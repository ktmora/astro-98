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6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</p:sldIdLst>
  <p:sldSz cy="5143500" cx="9144000"/>
  <p:notesSz cx="6858000" cy="9144000"/>
  <p:embeddedFontLst>
    <p:embeddedFont>
      <p:font typeface="Darker Grotesque Medium"/>
      <p:regular r:id="rId32"/>
      <p:bold r:id="rId33"/>
    </p:embeddedFont>
    <p:embeddedFont>
      <p:font typeface="Darker Grotesque"/>
      <p:regular r:id="rId34"/>
      <p:bold r:id="rId35"/>
    </p:embeddedFont>
    <p:embeddedFont>
      <p:font typeface="Syncopate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font" Target="fonts/DarkerGrotesqueMedium-bold.fntdata"/><Relationship Id="rId10" Type="http://schemas.openxmlformats.org/officeDocument/2006/relationships/slide" Target="slides/slide6.xml"/><Relationship Id="rId32" Type="http://schemas.openxmlformats.org/officeDocument/2006/relationships/font" Target="fonts/DarkerGrotesqueMedium-regular.fntdata"/><Relationship Id="rId13" Type="http://schemas.openxmlformats.org/officeDocument/2006/relationships/slide" Target="slides/slide9.xml"/><Relationship Id="rId35" Type="http://schemas.openxmlformats.org/officeDocument/2006/relationships/font" Target="fonts/DarkerGrotesque-bold.fntdata"/><Relationship Id="rId12" Type="http://schemas.openxmlformats.org/officeDocument/2006/relationships/slide" Target="slides/slide8.xml"/><Relationship Id="rId34" Type="http://schemas.openxmlformats.org/officeDocument/2006/relationships/font" Target="fonts/DarkerGrotesque-regular.fntdata"/><Relationship Id="rId15" Type="http://schemas.openxmlformats.org/officeDocument/2006/relationships/slide" Target="slides/slide11.xml"/><Relationship Id="rId37" Type="http://schemas.openxmlformats.org/officeDocument/2006/relationships/font" Target="fonts/Syncopate-bold.fntdata"/><Relationship Id="rId14" Type="http://schemas.openxmlformats.org/officeDocument/2006/relationships/slide" Target="slides/slide10.xml"/><Relationship Id="rId36" Type="http://schemas.openxmlformats.org/officeDocument/2006/relationships/font" Target="fonts/Syncopate-regular.fntdata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16b68183cf3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16b68183cf3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738a2639d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2" name="Google Shape;242;g3738a2639d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16940ee6346_0_17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16940ee6346_0_17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36df237bd28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36df237bd28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g36f24fe2b6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7" name="Google Shape;327;g36f24fe2b6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168635b25fd_0_3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168635b25fd_0_3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6f3367aadd_0_7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0" name="Google Shape;390;g36f3367aadd_0_7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g36f35ec2fbd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3" name="Google Shape;403;g36f35ec2fb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g36f388b0544_0_1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6" name="Google Shape;416;g36f388b0544_0_1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3995276269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7" name="Google Shape;457;g3995276269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39952762696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3" name="Google Shape;473;g39952762696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g39952762696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7" name="Google Shape;487;g39952762696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g39952762696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1" name="Google Shape;501;g39952762696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39952762696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39952762696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39952762696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9" name="Google Shape;529;g39952762696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" name="Google Shape;542;g39952762696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3" name="Google Shape;543;g39952762696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g39952762696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7" name="Google Shape;557;g39952762696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0" name="Shape 5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1" name="Google Shape;571;g39952762696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2" name="Google Shape;572;g39952762696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9952762696_0_1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9952762696_0_1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36f35ec2fbd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36f35ec2fbd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0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g39952762696_0_1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2" name="Google Shape;642;g39952762696_0_1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3" name="Shape 6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Google Shape;654;g39952762696_0_1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5" name="Google Shape;655;g39952762696_0_1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g39952762696_0_1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8" name="Google Shape;668;g39952762696_0_1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9" name="Shape 6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0" name="Google Shape;680;g39952762696_0_1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1" name="Google Shape;681;g39952762696_0_1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g39952762696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4" name="Google Shape;694;g39952762696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5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" name="Google Shape;706;g36f388b0544_0_13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7" name="Google Shape;707;g36f388b0544_0_13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g36df237bd28_0_5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9" name="Google Shape;749;g36df237bd28_0_5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3"/>
          <p:cNvSpPr txBox="1"/>
          <p:nvPr>
            <p:ph idx="1" type="subTitle"/>
          </p:nvPr>
        </p:nvSpPr>
        <p:spPr>
          <a:xfrm>
            <a:off x="1339469" y="2304899"/>
            <a:ext cx="2197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3"/>
          <p:cNvSpPr txBox="1"/>
          <p:nvPr>
            <p:ph idx="2" type="subTitle"/>
          </p:nvPr>
        </p:nvSpPr>
        <p:spPr>
          <a:xfrm>
            <a:off x="4603550" y="2304900"/>
            <a:ext cx="2197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13"/>
          <p:cNvSpPr txBox="1"/>
          <p:nvPr>
            <p:ph idx="3" type="subTitle"/>
          </p:nvPr>
        </p:nvSpPr>
        <p:spPr>
          <a:xfrm>
            <a:off x="2330069" y="4051150"/>
            <a:ext cx="2197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3"/>
          <p:cNvSpPr txBox="1"/>
          <p:nvPr>
            <p:ph idx="4" type="subTitle"/>
          </p:nvPr>
        </p:nvSpPr>
        <p:spPr>
          <a:xfrm>
            <a:off x="5670350" y="4051153"/>
            <a:ext cx="2197500" cy="48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" name="Google Shape;57;p13"/>
          <p:cNvSpPr txBox="1"/>
          <p:nvPr>
            <p:ph hasCustomPrompt="1" idx="5" type="title"/>
          </p:nvPr>
        </p:nvSpPr>
        <p:spPr>
          <a:xfrm>
            <a:off x="1797569" y="1263225"/>
            <a:ext cx="1281300" cy="733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hasCustomPrompt="1" idx="6" type="title"/>
          </p:nvPr>
        </p:nvSpPr>
        <p:spPr>
          <a:xfrm>
            <a:off x="2788169" y="3009350"/>
            <a:ext cx="1281300" cy="73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9" name="Google Shape;59;p13"/>
          <p:cNvSpPr txBox="1"/>
          <p:nvPr>
            <p:ph hasCustomPrompt="1" idx="7" type="title"/>
          </p:nvPr>
        </p:nvSpPr>
        <p:spPr>
          <a:xfrm>
            <a:off x="5062250" y="1263225"/>
            <a:ext cx="1280100" cy="73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0" name="Google Shape;60;p13"/>
          <p:cNvSpPr txBox="1"/>
          <p:nvPr>
            <p:ph hasCustomPrompt="1" idx="8" type="title"/>
          </p:nvPr>
        </p:nvSpPr>
        <p:spPr>
          <a:xfrm>
            <a:off x="6129050" y="3009350"/>
            <a:ext cx="1280100" cy="7314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9" type="subTitle"/>
          </p:nvPr>
        </p:nvSpPr>
        <p:spPr>
          <a:xfrm>
            <a:off x="1339469" y="2047950"/>
            <a:ext cx="2197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3" type="subTitle"/>
          </p:nvPr>
        </p:nvSpPr>
        <p:spPr>
          <a:xfrm>
            <a:off x="2330069" y="3794330"/>
            <a:ext cx="2197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14" type="subTitle"/>
          </p:nvPr>
        </p:nvSpPr>
        <p:spPr>
          <a:xfrm>
            <a:off x="4603550" y="2047950"/>
            <a:ext cx="2197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64" name="Google Shape;64;p13"/>
          <p:cNvSpPr txBox="1"/>
          <p:nvPr>
            <p:ph idx="15" type="subTitle"/>
          </p:nvPr>
        </p:nvSpPr>
        <p:spPr>
          <a:xfrm>
            <a:off x="5670350" y="3794330"/>
            <a:ext cx="2197500" cy="447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-2202096" y="-2873489"/>
            <a:ext cx="4273200" cy="42732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/>
          <p:nvPr/>
        </p:nvSpPr>
        <p:spPr>
          <a:xfrm>
            <a:off x="-1770012" y="-3094339"/>
            <a:ext cx="4234200" cy="4062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14"/>
          <p:cNvSpPr/>
          <p:nvPr/>
        </p:nvSpPr>
        <p:spPr>
          <a:xfrm>
            <a:off x="8405195" y="2769088"/>
            <a:ext cx="4234200" cy="40629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7646820" y="3912450"/>
            <a:ext cx="3856800" cy="38568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14"/>
          <p:cNvSpPr txBox="1"/>
          <p:nvPr>
            <p:ph idx="1" type="subTitle"/>
          </p:nvPr>
        </p:nvSpPr>
        <p:spPr>
          <a:xfrm>
            <a:off x="1096525" y="1899963"/>
            <a:ext cx="33627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4"/>
          <p:cNvSpPr txBox="1"/>
          <p:nvPr>
            <p:ph type="title"/>
          </p:nvPr>
        </p:nvSpPr>
        <p:spPr>
          <a:xfrm>
            <a:off x="1096525" y="1283225"/>
            <a:ext cx="6951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4"/>
          <p:cNvSpPr txBox="1"/>
          <p:nvPr>
            <p:ph idx="2" type="subTitle"/>
          </p:nvPr>
        </p:nvSpPr>
        <p:spPr>
          <a:xfrm>
            <a:off x="4684775" y="1899963"/>
            <a:ext cx="3362700" cy="23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73" name="Google Shape;73;p14"/>
          <p:cNvGrpSpPr/>
          <p:nvPr/>
        </p:nvGrpSpPr>
        <p:grpSpPr>
          <a:xfrm rot="710823">
            <a:off x="434145" y="679403"/>
            <a:ext cx="792242" cy="467247"/>
            <a:chOff x="1184410" y="1913253"/>
            <a:chExt cx="792241" cy="467247"/>
          </a:xfrm>
        </p:grpSpPr>
        <p:sp>
          <p:nvSpPr>
            <p:cNvPr id="74" name="Google Shape;74;p14"/>
            <p:cNvSpPr/>
            <p:nvPr/>
          </p:nvSpPr>
          <p:spPr>
            <a:xfrm rot="71955">
              <a:off x="1186339" y="2192230"/>
              <a:ext cx="186341" cy="186341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4"/>
            <p:cNvSpPr/>
            <p:nvPr/>
          </p:nvSpPr>
          <p:spPr>
            <a:xfrm rot="68065">
              <a:off x="1570801" y="2051945"/>
              <a:ext cx="151530" cy="15243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4"/>
            <p:cNvSpPr/>
            <p:nvPr/>
          </p:nvSpPr>
          <p:spPr>
            <a:xfrm rot="74722">
              <a:off x="1878990" y="1914292"/>
              <a:ext cx="96623" cy="96923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4"/>
          <p:cNvSpPr/>
          <p:nvPr/>
        </p:nvSpPr>
        <p:spPr>
          <a:xfrm>
            <a:off x="2071111" y="373850"/>
            <a:ext cx="283533" cy="331295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4"/>
          <p:cNvSpPr/>
          <p:nvPr/>
        </p:nvSpPr>
        <p:spPr>
          <a:xfrm>
            <a:off x="2734456" y="309049"/>
            <a:ext cx="186277" cy="29400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solidFill>
            <a:schemeClr val="dk2"/>
          </a:solidFill>
          <a:ln cap="rnd" cmpd="sng" w="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4"/>
          <p:cNvSpPr/>
          <p:nvPr/>
        </p:nvSpPr>
        <p:spPr>
          <a:xfrm>
            <a:off x="526943" y="1785717"/>
            <a:ext cx="186277" cy="29400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solidFill>
            <a:schemeClr val="dk2"/>
          </a:solidFill>
          <a:ln cap="rnd" cmpd="sng" w="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0" name="Google Shape;80;p14"/>
          <p:cNvSpPr/>
          <p:nvPr/>
        </p:nvSpPr>
        <p:spPr>
          <a:xfrm>
            <a:off x="7381587" y="4416982"/>
            <a:ext cx="342915" cy="374023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14"/>
          <p:cNvSpPr/>
          <p:nvPr/>
        </p:nvSpPr>
        <p:spPr>
          <a:xfrm>
            <a:off x="8533931" y="2656799"/>
            <a:ext cx="186277" cy="29400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solidFill>
            <a:schemeClr val="dk2"/>
          </a:solidFill>
          <a:ln cap="rnd" cmpd="sng" w="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2" name="Google Shape;82;p14"/>
          <p:cNvGrpSpPr/>
          <p:nvPr/>
        </p:nvGrpSpPr>
        <p:grpSpPr>
          <a:xfrm rot="9927058">
            <a:off x="7849756" y="4196941"/>
            <a:ext cx="772556" cy="513550"/>
            <a:chOff x="1026356" y="2254225"/>
            <a:chExt cx="772582" cy="513568"/>
          </a:xfrm>
        </p:grpSpPr>
        <p:sp>
          <p:nvSpPr>
            <p:cNvPr id="83" name="Google Shape;83;p14"/>
            <p:cNvSpPr/>
            <p:nvPr/>
          </p:nvSpPr>
          <p:spPr>
            <a:xfrm rot="-160681">
              <a:off x="1030604" y="2577341"/>
              <a:ext cx="186203" cy="186203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" name="Google Shape;84;p14"/>
            <p:cNvSpPr/>
            <p:nvPr/>
          </p:nvSpPr>
          <p:spPr>
            <a:xfrm rot="-163255">
              <a:off x="1403571" y="2412688"/>
              <a:ext cx="151671" cy="15257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" name="Google Shape;85;p14"/>
            <p:cNvSpPr/>
            <p:nvPr/>
          </p:nvSpPr>
          <p:spPr>
            <a:xfrm rot="-160028">
              <a:off x="1700035" y="2256423"/>
              <a:ext cx="96705" cy="97004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6" name="Google Shape;86;p14"/>
          <p:cNvGrpSpPr/>
          <p:nvPr/>
        </p:nvGrpSpPr>
        <p:grpSpPr>
          <a:xfrm>
            <a:off x="25" y="0"/>
            <a:ext cx="9144000" cy="5143500"/>
            <a:chOff x="0" y="0"/>
            <a:chExt cx="9144000" cy="5143500"/>
          </a:xfrm>
        </p:grpSpPr>
        <p:sp>
          <p:nvSpPr>
            <p:cNvPr id="87" name="Google Shape;87;p14"/>
            <p:cNvSpPr/>
            <p:nvPr/>
          </p:nvSpPr>
          <p:spPr>
            <a:xfrm>
              <a:off x="179400" y="185100"/>
              <a:ext cx="8785200" cy="4773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14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fmla="val 3200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5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5"/>
          <p:cNvSpPr txBox="1"/>
          <p:nvPr>
            <p:ph type="title"/>
          </p:nvPr>
        </p:nvSpPr>
        <p:spPr>
          <a:xfrm>
            <a:off x="5042000" y="2403975"/>
            <a:ext cx="3714900" cy="841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92" name="Google Shape;92;p15"/>
          <p:cNvSpPr txBox="1"/>
          <p:nvPr>
            <p:ph hasCustomPrompt="1" idx="2" type="title"/>
          </p:nvPr>
        </p:nvSpPr>
        <p:spPr>
          <a:xfrm>
            <a:off x="5571943" y="1271050"/>
            <a:ext cx="1524000" cy="15255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93" name="Google Shape;93;p15"/>
          <p:cNvGrpSpPr/>
          <p:nvPr/>
        </p:nvGrpSpPr>
        <p:grpSpPr>
          <a:xfrm>
            <a:off x="566797" y="448050"/>
            <a:ext cx="4247400" cy="4247400"/>
            <a:chOff x="566797" y="448050"/>
            <a:chExt cx="4247400" cy="4247400"/>
          </a:xfrm>
        </p:grpSpPr>
        <p:sp>
          <p:nvSpPr>
            <p:cNvPr id="94" name="Google Shape;94;p15"/>
            <p:cNvSpPr/>
            <p:nvPr/>
          </p:nvSpPr>
          <p:spPr>
            <a:xfrm>
              <a:off x="566797" y="448050"/>
              <a:ext cx="4247400" cy="42474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" name="Google Shape;95;p15"/>
            <p:cNvSpPr/>
            <p:nvPr/>
          </p:nvSpPr>
          <p:spPr>
            <a:xfrm>
              <a:off x="794499" y="675750"/>
              <a:ext cx="3792000" cy="37920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" name="Google Shape;96;p15"/>
            <p:cNvSpPr/>
            <p:nvPr/>
          </p:nvSpPr>
          <p:spPr>
            <a:xfrm>
              <a:off x="794500" y="2906471"/>
              <a:ext cx="76200" cy="75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" name="Google Shape;97;p15"/>
            <p:cNvSpPr/>
            <p:nvPr/>
          </p:nvSpPr>
          <p:spPr>
            <a:xfrm>
              <a:off x="4396396" y="327494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5"/>
            <p:cNvSpPr/>
            <p:nvPr/>
          </p:nvSpPr>
          <p:spPr>
            <a:xfrm>
              <a:off x="4255325" y="1505039"/>
              <a:ext cx="76200" cy="75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" name="Google Shape;99;p15"/>
            <p:cNvSpPr/>
            <p:nvPr/>
          </p:nvSpPr>
          <p:spPr>
            <a:xfrm>
              <a:off x="3383375" y="518914"/>
              <a:ext cx="141900" cy="141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1130225" y="4020148"/>
              <a:ext cx="141900" cy="1416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5"/>
          <p:cNvSpPr txBox="1"/>
          <p:nvPr>
            <p:ph idx="1" type="subTitle"/>
          </p:nvPr>
        </p:nvSpPr>
        <p:spPr>
          <a:xfrm>
            <a:off x="5042000" y="3089775"/>
            <a:ext cx="37149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15"/>
          <p:cNvSpPr/>
          <p:nvPr>
            <p:ph idx="3" type="pic"/>
          </p:nvPr>
        </p:nvSpPr>
        <p:spPr>
          <a:xfrm>
            <a:off x="965050" y="846300"/>
            <a:ext cx="3450900" cy="3450900"/>
          </a:xfrm>
          <a:prstGeom prst="ellipse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 1">
  <p:cSld name="ONE_COLUMN_TEXT_1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" name="Google Shape;104;p16"/>
          <p:cNvGrpSpPr/>
          <p:nvPr/>
        </p:nvGrpSpPr>
        <p:grpSpPr>
          <a:xfrm>
            <a:off x="-895160" y="1172024"/>
            <a:ext cx="5143384" cy="5143384"/>
            <a:chOff x="-638000" y="1090200"/>
            <a:chExt cx="4814100" cy="4814100"/>
          </a:xfrm>
        </p:grpSpPr>
        <p:sp>
          <p:nvSpPr>
            <p:cNvPr id="105" name="Google Shape;105;p16"/>
            <p:cNvSpPr/>
            <p:nvPr/>
          </p:nvSpPr>
          <p:spPr>
            <a:xfrm>
              <a:off x="-638000" y="1090200"/>
              <a:ext cx="4814100" cy="48141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16"/>
            <p:cNvSpPr/>
            <p:nvPr/>
          </p:nvSpPr>
          <p:spPr>
            <a:xfrm>
              <a:off x="950939" y="1182389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16"/>
            <p:cNvSpPr/>
            <p:nvPr/>
          </p:nvSpPr>
          <p:spPr>
            <a:xfrm>
              <a:off x="525393" y="1327492"/>
              <a:ext cx="141900" cy="1416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8" name="Google Shape;108;p16"/>
          <p:cNvSpPr/>
          <p:nvPr>
            <p:ph idx="2" type="pic"/>
          </p:nvPr>
        </p:nvSpPr>
        <p:spPr>
          <a:xfrm>
            <a:off x="-664877" y="1402349"/>
            <a:ext cx="4683000" cy="4683000"/>
          </a:xfrm>
          <a:prstGeom prst="ellipse">
            <a:avLst/>
          </a:prstGeom>
          <a:noFill/>
          <a:ln>
            <a:noFill/>
          </a:ln>
        </p:spPr>
      </p:sp>
      <p:grpSp>
        <p:nvGrpSpPr>
          <p:cNvPr id="109" name="Google Shape;109;p16"/>
          <p:cNvGrpSpPr/>
          <p:nvPr/>
        </p:nvGrpSpPr>
        <p:grpSpPr>
          <a:xfrm>
            <a:off x="-20574" y="0"/>
            <a:ext cx="9144000" cy="5143500"/>
            <a:chOff x="0" y="0"/>
            <a:chExt cx="9144000" cy="5143500"/>
          </a:xfrm>
        </p:grpSpPr>
        <p:sp>
          <p:nvSpPr>
            <p:cNvPr id="110" name="Google Shape;110;p16"/>
            <p:cNvSpPr/>
            <p:nvPr/>
          </p:nvSpPr>
          <p:spPr>
            <a:xfrm>
              <a:off x="179400" y="185100"/>
              <a:ext cx="8785200" cy="4773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6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fmla="val 3200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2" name="Google Shape;112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3" name="Google Shape;113;p16"/>
          <p:cNvSpPr txBox="1"/>
          <p:nvPr>
            <p:ph idx="1" type="body"/>
          </p:nvPr>
        </p:nvSpPr>
        <p:spPr>
          <a:xfrm>
            <a:off x="4647600" y="1737450"/>
            <a:ext cx="3566400" cy="2282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oogle Shape;115;p17"/>
          <p:cNvGrpSpPr/>
          <p:nvPr/>
        </p:nvGrpSpPr>
        <p:grpSpPr>
          <a:xfrm>
            <a:off x="7196393" y="3841581"/>
            <a:ext cx="4104201" cy="3771263"/>
            <a:chOff x="-2105956" y="-925450"/>
            <a:chExt cx="5228281" cy="4804157"/>
          </a:xfrm>
        </p:grpSpPr>
        <p:sp>
          <p:nvSpPr>
            <p:cNvPr id="116" name="Google Shape;116;p17"/>
            <p:cNvSpPr/>
            <p:nvPr/>
          </p:nvSpPr>
          <p:spPr>
            <a:xfrm>
              <a:off x="-1150875" y="-925450"/>
              <a:ext cx="4273200" cy="4273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7"/>
            <p:cNvSpPr/>
            <p:nvPr/>
          </p:nvSpPr>
          <p:spPr>
            <a:xfrm>
              <a:off x="-2105956" y="-355493"/>
              <a:ext cx="4234200" cy="4234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8" name="Google Shape;118;p17"/>
          <p:cNvGrpSpPr/>
          <p:nvPr/>
        </p:nvGrpSpPr>
        <p:grpSpPr>
          <a:xfrm>
            <a:off x="-2047906" y="3484653"/>
            <a:ext cx="4176625" cy="4180591"/>
            <a:chOff x="-2101146" y="-1997269"/>
            <a:chExt cx="5320541" cy="5325594"/>
          </a:xfrm>
        </p:grpSpPr>
        <p:sp>
          <p:nvSpPr>
            <p:cNvPr id="119" name="Google Shape;119;p17"/>
            <p:cNvSpPr/>
            <p:nvPr/>
          </p:nvSpPr>
          <p:spPr>
            <a:xfrm>
              <a:off x="-1053805" y="-1119590"/>
              <a:ext cx="4273200" cy="4273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" name="Google Shape;120;p17"/>
            <p:cNvSpPr/>
            <p:nvPr/>
          </p:nvSpPr>
          <p:spPr>
            <a:xfrm>
              <a:off x="-1686625" y="-905875"/>
              <a:ext cx="4234200" cy="42342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" name="Google Shape;121;p17"/>
            <p:cNvSpPr/>
            <p:nvPr/>
          </p:nvSpPr>
          <p:spPr>
            <a:xfrm>
              <a:off x="-2101146" y="-1997269"/>
              <a:ext cx="3856800" cy="3856800"/>
            </a:xfrm>
            <a:prstGeom prst="ellipse">
              <a:avLst/>
            </a:prstGeom>
            <a:noFill/>
            <a:ln cap="flat" cmpd="sng" w="9525">
              <a:solidFill>
                <a:schemeClr val="dk2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2" name="Google Shape;122;p17"/>
          <p:cNvSpPr txBox="1"/>
          <p:nvPr>
            <p:ph idx="1" type="subTitle"/>
          </p:nvPr>
        </p:nvSpPr>
        <p:spPr>
          <a:xfrm>
            <a:off x="1290750" y="2672122"/>
            <a:ext cx="29076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23" name="Google Shape;123;p17"/>
          <p:cNvSpPr txBox="1"/>
          <p:nvPr>
            <p:ph idx="2" type="subTitle"/>
          </p:nvPr>
        </p:nvSpPr>
        <p:spPr>
          <a:xfrm>
            <a:off x="4945625" y="2672122"/>
            <a:ext cx="29076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24" name="Google Shape;124;p17"/>
          <p:cNvSpPr txBox="1"/>
          <p:nvPr>
            <p:ph idx="3" type="subTitle"/>
          </p:nvPr>
        </p:nvSpPr>
        <p:spPr>
          <a:xfrm>
            <a:off x="1290750" y="3037934"/>
            <a:ext cx="29076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7"/>
          <p:cNvSpPr txBox="1"/>
          <p:nvPr>
            <p:ph idx="4" type="subTitle"/>
          </p:nvPr>
        </p:nvSpPr>
        <p:spPr>
          <a:xfrm>
            <a:off x="4945625" y="3037934"/>
            <a:ext cx="2907600" cy="101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6" name="Google Shape;126;p1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127" name="Google Shape;127;p17"/>
          <p:cNvGrpSpPr/>
          <p:nvPr/>
        </p:nvGrpSpPr>
        <p:grpSpPr>
          <a:xfrm>
            <a:off x="1076711" y="4239163"/>
            <a:ext cx="613825" cy="471859"/>
            <a:chOff x="1229111" y="4086763"/>
            <a:chExt cx="613825" cy="471859"/>
          </a:xfrm>
        </p:grpSpPr>
        <p:sp>
          <p:nvSpPr>
            <p:cNvPr id="128" name="Google Shape;128;p17"/>
            <p:cNvSpPr/>
            <p:nvPr/>
          </p:nvSpPr>
          <p:spPr>
            <a:xfrm rot="9764841">
              <a:off x="1248348" y="4105826"/>
              <a:ext cx="151727" cy="152675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7"/>
            <p:cNvSpPr/>
            <p:nvPr/>
          </p:nvSpPr>
          <p:spPr>
            <a:xfrm rot="9771484">
              <a:off x="1545636" y="4300876"/>
              <a:ext cx="96695" cy="97071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17"/>
            <p:cNvSpPr/>
            <p:nvPr/>
          </p:nvSpPr>
          <p:spPr>
            <a:xfrm>
              <a:off x="1766737" y="4482722"/>
              <a:ext cx="76200" cy="75900"/>
            </a:xfrm>
            <a:prstGeom prst="ellipse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17"/>
          <p:cNvSpPr/>
          <p:nvPr/>
        </p:nvSpPr>
        <p:spPr>
          <a:xfrm rot="9771484">
            <a:off x="8632236" y="4082563"/>
            <a:ext cx="96695" cy="97071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32" name="Google Shape;132;p17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33" name="Google Shape;133;p17"/>
            <p:cNvSpPr/>
            <p:nvPr/>
          </p:nvSpPr>
          <p:spPr>
            <a:xfrm>
              <a:off x="179400" y="185100"/>
              <a:ext cx="8785200" cy="4773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7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fmla="val 3200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BLANK_1_1_1_2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18"/>
          <p:cNvSpPr txBox="1"/>
          <p:nvPr>
            <p:ph idx="1" type="subTitle"/>
          </p:nvPr>
        </p:nvSpPr>
        <p:spPr>
          <a:xfrm>
            <a:off x="874600" y="3633325"/>
            <a:ext cx="23364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18"/>
          <p:cNvSpPr txBox="1"/>
          <p:nvPr>
            <p:ph idx="2" type="subTitle"/>
          </p:nvPr>
        </p:nvSpPr>
        <p:spPr>
          <a:xfrm>
            <a:off x="3403800" y="1963752"/>
            <a:ext cx="23364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9" name="Google Shape;139;p18"/>
          <p:cNvSpPr txBox="1"/>
          <p:nvPr>
            <p:ph idx="3" type="subTitle"/>
          </p:nvPr>
        </p:nvSpPr>
        <p:spPr>
          <a:xfrm>
            <a:off x="5925166" y="3261741"/>
            <a:ext cx="2336400" cy="77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4" type="subTitle"/>
          </p:nvPr>
        </p:nvSpPr>
        <p:spPr>
          <a:xfrm>
            <a:off x="874600" y="3337875"/>
            <a:ext cx="23364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42" name="Google Shape;142;p18"/>
          <p:cNvSpPr txBox="1"/>
          <p:nvPr>
            <p:ph idx="5" type="subTitle"/>
          </p:nvPr>
        </p:nvSpPr>
        <p:spPr>
          <a:xfrm>
            <a:off x="5925166" y="2966291"/>
            <a:ext cx="23364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6" type="subTitle"/>
          </p:nvPr>
        </p:nvSpPr>
        <p:spPr>
          <a:xfrm>
            <a:off x="3403800" y="1669225"/>
            <a:ext cx="2336400" cy="36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b="1"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BLANK_1_1_1_1_1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19"/>
          <p:cNvSpPr txBox="1"/>
          <p:nvPr>
            <p:ph idx="1" type="subTitle"/>
          </p:nvPr>
        </p:nvSpPr>
        <p:spPr>
          <a:xfrm>
            <a:off x="865744" y="2116550"/>
            <a:ext cx="228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19"/>
          <p:cNvSpPr txBox="1"/>
          <p:nvPr>
            <p:ph idx="2" type="subTitle"/>
          </p:nvPr>
        </p:nvSpPr>
        <p:spPr>
          <a:xfrm>
            <a:off x="3429044" y="2116550"/>
            <a:ext cx="228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8" name="Google Shape;148;p19"/>
          <p:cNvSpPr txBox="1"/>
          <p:nvPr>
            <p:ph idx="3" type="subTitle"/>
          </p:nvPr>
        </p:nvSpPr>
        <p:spPr>
          <a:xfrm>
            <a:off x="865744" y="3875917"/>
            <a:ext cx="228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4" type="subTitle"/>
          </p:nvPr>
        </p:nvSpPr>
        <p:spPr>
          <a:xfrm>
            <a:off x="3429044" y="3875917"/>
            <a:ext cx="228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5" type="subTitle"/>
          </p:nvPr>
        </p:nvSpPr>
        <p:spPr>
          <a:xfrm>
            <a:off x="5992253" y="2116550"/>
            <a:ext cx="228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6" type="subTitle"/>
          </p:nvPr>
        </p:nvSpPr>
        <p:spPr>
          <a:xfrm>
            <a:off x="5992253" y="3875917"/>
            <a:ext cx="2286000" cy="4848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idx="7" type="subTitle"/>
          </p:nvPr>
        </p:nvSpPr>
        <p:spPr>
          <a:xfrm>
            <a:off x="856000" y="188027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54" name="Google Shape;154;p19"/>
          <p:cNvSpPr txBox="1"/>
          <p:nvPr>
            <p:ph idx="8" type="subTitle"/>
          </p:nvPr>
        </p:nvSpPr>
        <p:spPr>
          <a:xfrm>
            <a:off x="3419300" y="188027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55" name="Google Shape;155;p19"/>
          <p:cNvSpPr txBox="1"/>
          <p:nvPr>
            <p:ph idx="9" type="subTitle"/>
          </p:nvPr>
        </p:nvSpPr>
        <p:spPr>
          <a:xfrm>
            <a:off x="5982503" y="1880275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56" name="Google Shape;156;p19"/>
          <p:cNvSpPr txBox="1"/>
          <p:nvPr>
            <p:ph idx="13" type="subTitle"/>
          </p:nvPr>
        </p:nvSpPr>
        <p:spPr>
          <a:xfrm>
            <a:off x="855994" y="3636517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57" name="Google Shape;157;p19"/>
          <p:cNvSpPr txBox="1"/>
          <p:nvPr>
            <p:ph idx="14" type="subTitle"/>
          </p:nvPr>
        </p:nvSpPr>
        <p:spPr>
          <a:xfrm>
            <a:off x="3419294" y="3636517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  <p:sp>
        <p:nvSpPr>
          <p:cNvPr id="158" name="Google Shape;158;p19"/>
          <p:cNvSpPr txBox="1"/>
          <p:nvPr>
            <p:ph idx="15" type="subTitle"/>
          </p:nvPr>
        </p:nvSpPr>
        <p:spPr>
          <a:xfrm>
            <a:off x="5982503" y="3636517"/>
            <a:ext cx="2305500" cy="391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 1">
  <p:cSld name="CAPTION_ONLY_1">
    <p:bg>
      <p:bgPr>
        <a:solidFill>
          <a:schemeClr val="dk1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0"/>
          <p:cNvSpPr txBox="1"/>
          <p:nvPr>
            <p:ph type="title"/>
          </p:nvPr>
        </p:nvSpPr>
        <p:spPr>
          <a:xfrm>
            <a:off x="740550" y="4071623"/>
            <a:ext cx="76629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1800">
                <a:solidFill>
                  <a:schemeClr val="dk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CUSTOM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21"/>
          <p:cNvSpPr txBox="1"/>
          <p:nvPr>
            <p:ph idx="1" type="subTitle"/>
          </p:nvPr>
        </p:nvSpPr>
        <p:spPr>
          <a:xfrm>
            <a:off x="5166650" y="2727750"/>
            <a:ext cx="2881500" cy="86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4" name="Google Shape;164;p21"/>
          <p:cNvSpPr txBox="1"/>
          <p:nvPr>
            <p:ph type="title"/>
          </p:nvPr>
        </p:nvSpPr>
        <p:spPr>
          <a:xfrm>
            <a:off x="7151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5" name="Google Shape;165;p21"/>
          <p:cNvSpPr txBox="1"/>
          <p:nvPr>
            <p:ph idx="2" type="subTitle"/>
          </p:nvPr>
        </p:nvSpPr>
        <p:spPr>
          <a:xfrm>
            <a:off x="5166650" y="2307700"/>
            <a:ext cx="2881500" cy="42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Syncopate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 1">
  <p:cSld name="TITLE_ONLY_1"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/>
          <p:nvPr/>
        </p:nvSpPr>
        <p:spPr>
          <a:xfrm>
            <a:off x="7994825" y="-1264325"/>
            <a:ext cx="2261700" cy="22812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22"/>
          <p:cNvSpPr/>
          <p:nvPr/>
        </p:nvSpPr>
        <p:spPr>
          <a:xfrm>
            <a:off x="-2241445" y="3546472"/>
            <a:ext cx="3323700" cy="3323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22"/>
          <p:cNvSpPr/>
          <p:nvPr/>
        </p:nvSpPr>
        <p:spPr>
          <a:xfrm>
            <a:off x="-1037844" y="4373553"/>
            <a:ext cx="3027600" cy="3027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22"/>
          <p:cNvSpPr/>
          <p:nvPr/>
        </p:nvSpPr>
        <p:spPr>
          <a:xfrm>
            <a:off x="8570900" y="-442000"/>
            <a:ext cx="2558700" cy="2558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22"/>
          <p:cNvSpPr/>
          <p:nvPr/>
        </p:nvSpPr>
        <p:spPr>
          <a:xfrm rot="1177073">
            <a:off x="8581921" y="1170440"/>
            <a:ext cx="96502" cy="96784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22"/>
          <p:cNvSpPr/>
          <p:nvPr/>
        </p:nvSpPr>
        <p:spPr>
          <a:xfrm rot="1177073">
            <a:off x="473860" y="3913640"/>
            <a:ext cx="96502" cy="96784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74" name="Google Shape;174;p22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75" name="Google Shape;175;p22"/>
            <p:cNvSpPr/>
            <p:nvPr/>
          </p:nvSpPr>
          <p:spPr>
            <a:xfrm>
              <a:off x="179400" y="185100"/>
              <a:ext cx="8785200" cy="4773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2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fmla="val 3200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1_1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/>
          <p:nvPr/>
        </p:nvSpPr>
        <p:spPr>
          <a:xfrm>
            <a:off x="7171850" y="4653875"/>
            <a:ext cx="2261700" cy="22812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23"/>
          <p:cNvSpPr/>
          <p:nvPr/>
        </p:nvSpPr>
        <p:spPr>
          <a:xfrm>
            <a:off x="-2663220" y="3155572"/>
            <a:ext cx="3323700" cy="3323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23"/>
          <p:cNvSpPr/>
          <p:nvPr/>
        </p:nvSpPr>
        <p:spPr>
          <a:xfrm>
            <a:off x="-1346444" y="4229553"/>
            <a:ext cx="3027600" cy="30276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23"/>
          <p:cNvSpPr/>
          <p:nvPr/>
        </p:nvSpPr>
        <p:spPr>
          <a:xfrm>
            <a:off x="8252025" y="3755125"/>
            <a:ext cx="2558700" cy="2558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3" name="Google Shape;183;p23"/>
          <p:cNvSpPr/>
          <p:nvPr/>
        </p:nvSpPr>
        <p:spPr>
          <a:xfrm rot="7655776">
            <a:off x="1106298" y="4537862"/>
            <a:ext cx="151452" cy="152294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23"/>
          <p:cNvSpPr/>
          <p:nvPr/>
        </p:nvSpPr>
        <p:spPr>
          <a:xfrm rot="4960567">
            <a:off x="7756896" y="4726117"/>
            <a:ext cx="96487" cy="96785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23"/>
          <p:cNvSpPr/>
          <p:nvPr/>
        </p:nvSpPr>
        <p:spPr>
          <a:xfrm rot="-10162821">
            <a:off x="8340906" y="4327139"/>
            <a:ext cx="151393" cy="152333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23"/>
          <p:cNvSpPr/>
          <p:nvPr/>
        </p:nvSpPr>
        <p:spPr>
          <a:xfrm rot="1177073">
            <a:off x="820199" y="4348379"/>
            <a:ext cx="96502" cy="96784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7" name="Google Shape;187;p23"/>
          <p:cNvGrpSpPr/>
          <p:nvPr/>
        </p:nvGrpSpPr>
        <p:grpSpPr>
          <a:xfrm>
            <a:off x="0" y="0"/>
            <a:ext cx="9144000" cy="5143500"/>
            <a:chOff x="0" y="0"/>
            <a:chExt cx="9144000" cy="5143500"/>
          </a:xfrm>
        </p:grpSpPr>
        <p:sp>
          <p:nvSpPr>
            <p:cNvPr id="188" name="Google Shape;188;p23"/>
            <p:cNvSpPr/>
            <p:nvPr/>
          </p:nvSpPr>
          <p:spPr>
            <a:xfrm>
              <a:off x="179400" y="185100"/>
              <a:ext cx="8785200" cy="4773300"/>
            </a:xfrm>
            <a:prstGeom prst="rect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" name="Google Shape;189;p23"/>
            <p:cNvSpPr/>
            <p:nvPr/>
          </p:nvSpPr>
          <p:spPr>
            <a:xfrm>
              <a:off x="0" y="0"/>
              <a:ext cx="9144000" cy="5143500"/>
            </a:xfrm>
            <a:prstGeom prst="frame">
              <a:avLst>
                <a:gd fmla="val 3200" name="adj1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 1">
  <p:cSld name="BIG_NUMBER_1"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4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4"/>
          <p:cNvSpPr txBox="1"/>
          <p:nvPr>
            <p:ph hasCustomPrompt="1" type="title"/>
          </p:nvPr>
        </p:nvSpPr>
        <p:spPr>
          <a:xfrm>
            <a:off x="1284000" y="1780150"/>
            <a:ext cx="65760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193" name="Google Shape;193;p24"/>
          <p:cNvSpPr txBox="1"/>
          <p:nvPr>
            <p:ph idx="1" type="subTitle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BLANK_1_1_1_1_1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5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5"/>
          <p:cNvSpPr txBox="1"/>
          <p:nvPr>
            <p:ph hasCustomPrompt="1" type="title"/>
          </p:nvPr>
        </p:nvSpPr>
        <p:spPr>
          <a:xfrm>
            <a:off x="1848000" y="1120476"/>
            <a:ext cx="54480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7" name="Google Shape;197;p25"/>
          <p:cNvSpPr txBox="1"/>
          <p:nvPr>
            <p:ph idx="1" type="subTitle"/>
          </p:nvPr>
        </p:nvSpPr>
        <p:spPr>
          <a:xfrm>
            <a:off x="1848000" y="1937811"/>
            <a:ext cx="5448000" cy="309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5"/>
          <p:cNvSpPr txBox="1"/>
          <p:nvPr>
            <p:ph hasCustomPrompt="1" idx="2" type="title"/>
          </p:nvPr>
        </p:nvSpPr>
        <p:spPr>
          <a:xfrm>
            <a:off x="1848000" y="2947921"/>
            <a:ext cx="5448000" cy="81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199" name="Google Shape;199;p25"/>
          <p:cNvSpPr txBox="1"/>
          <p:nvPr>
            <p:ph idx="3" type="subTitle"/>
          </p:nvPr>
        </p:nvSpPr>
        <p:spPr>
          <a:xfrm>
            <a:off x="1848000" y="3756975"/>
            <a:ext cx="5448000" cy="309300"/>
          </a:xfrm>
          <a:prstGeom prst="rect">
            <a:avLst/>
          </a:prstGeom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26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26"/>
          <p:cNvSpPr txBox="1"/>
          <p:nvPr/>
        </p:nvSpPr>
        <p:spPr>
          <a:xfrm>
            <a:off x="3194850" y="3733475"/>
            <a:ext cx="4890900" cy="55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30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CREDITS: This presentation template was created by </a:t>
            </a:r>
            <a:r>
              <a:rPr lang="en" u="sng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and includes icons by </a:t>
            </a:r>
            <a:r>
              <a:rPr lang="en" u="sng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, and infographics &amp; images by </a:t>
            </a:r>
            <a:r>
              <a:rPr lang="en" u="sng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u="sng">
                <a:solidFill>
                  <a:schemeClr val="dk2"/>
                </a:solidFill>
                <a:latin typeface="Darker Grotesque Medium"/>
                <a:ea typeface="Darker Grotesque Medium"/>
                <a:cs typeface="Darker Grotesque Medium"/>
                <a:sym typeface="Darker Grotesque Medium"/>
              </a:rPr>
              <a:t> </a:t>
            </a:r>
            <a:endParaRPr u="sng">
              <a:solidFill>
                <a:schemeClr val="dk2"/>
              </a:solidFill>
              <a:latin typeface="Darker Grotesque Medium"/>
              <a:ea typeface="Darker Grotesque Medium"/>
              <a:cs typeface="Darker Grotesque Medium"/>
              <a:sym typeface="Darker Grotesque Medium"/>
            </a:endParaRPr>
          </a:p>
        </p:txBody>
      </p:sp>
      <p:sp>
        <p:nvSpPr>
          <p:cNvPr id="203" name="Google Shape;203;p26"/>
          <p:cNvSpPr txBox="1"/>
          <p:nvPr>
            <p:ph type="title"/>
          </p:nvPr>
        </p:nvSpPr>
        <p:spPr>
          <a:xfrm>
            <a:off x="2347950" y="1198126"/>
            <a:ext cx="4448100" cy="91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0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4" name="Google Shape;204;p26"/>
          <p:cNvSpPr txBox="1"/>
          <p:nvPr>
            <p:ph idx="1" type="subTitle"/>
          </p:nvPr>
        </p:nvSpPr>
        <p:spPr>
          <a:xfrm>
            <a:off x="2347950" y="2051775"/>
            <a:ext cx="4448100" cy="91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latin typeface="Syncopate"/>
                <a:ea typeface="Syncopate"/>
                <a:cs typeface="Syncopate"/>
                <a:sym typeface="Syncopat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1">
  <p:cSld name="TITLE_AND_BODY_1"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27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27"/>
          <p:cNvSpPr txBox="1"/>
          <p:nvPr>
            <p:ph idx="1" type="subTitle"/>
          </p:nvPr>
        </p:nvSpPr>
        <p:spPr>
          <a:xfrm>
            <a:off x="721200" y="1069900"/>
            <a:ext cx="7704000" cy="46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_1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/>
          <p:nvPr/>
        </p:nvSpPr>
        <p:spPr>
          <a:xfrm>
            <a:off x="179400" y="185100"/>
            <a:ext cx="8785200" cy="47733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12" name="Google Shape;212;p28"/>
          <p:cNvSpPr txBox="1"/>
          <p:nvPr>
            <p:ph idx="1" type="body"/>
          </p:nvPr>
        </p:nvSpPr>
        <p:spPr>
          <a:xfrm>
            <a:off x="720000" y="1098475"/>
            <a:ext cx="7704000" cy="345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Darker Grotesque SemiBold"/>
              <a:buChar char="●"/>
              <a:defRPr/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●"/>
              <a:defRPr/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○"/>
              <a:defRPr/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Darker Grotesque SemiBold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9"/>
          <p:cNvSpPr txBox="1"/>
          <p:nvPr>
            <p:ph type="title"/>
          </p:nvPr>
        </p:nvSpPr>
        <p:spPr>
          <a:xfrm>
            <a:off x="1048350" y="323850"/>
            <a:ext cx="7047300" cy="48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8.png"/><Relationship Id="rId4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6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4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8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0"/>
          <p:cNvSpPr/>
          <p:nvPr/>
        </p:nvSpPr>
        <p:spPr>
          <a:xfrm>
            <a:off x="2386800" y="386550"/>
            <a:ext cx="4370400" cy="4370400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30"/>
          <p:cNvSpPr/>
          <p:nvPr/>
        </p:nvSpPr>
        <p:spPr>
          <a:xfrm rot="-2700000">
            <a:off x="2842488" y="842238"/>
            <a:ext cx="3459025" cy="3459025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30"/>
          <p:cNvSpPr/>
          <p:nvPr/>
        </p:nvSpPr>
        <p:spPr>
          <a:xfrm rot="-2700000">
            <a:off x="3023860" y="1065685"/>
            <a:ext cx="3096279" cy="3096279"/>
          </a:xfrm>
          <a:prstGeom prst="ellipse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30"/>
          <p:cNvCxnSpPr>
            <a:stCxn id="219" idx="0"/>
            <a:endCxn id="219" idx="4"/>
          </p:cNvCxnSpPr>
          <p:nvPr/>
        </p:nvCxnSpPr>
        <p:spPr>
          <a:xfrm>
            <a:off x="4572000" y="386550"/>
            <a:ext cx="0" cy="437040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dot"/>
            <a:round/>
            <a:headEnd len="med" w="med" type="none"/>
            <a:tailEnd len="med" w="med" type="none"/>
          </a:ln>
        </p:spPr>
      </p:cxnSp>
      <p:sp>
        <p:nvSpPr>
          <p:cNvPr id="223" name="Google Shape;223;p30"/>
          <p:cNvSpPr/>
          <p:nvPr/>
        </p:nvSpPr>
        <p:spPr>
          <a:xfrm rot="649">
            <a:off x="601950" y="1172226"/>
            <a:ext cx="7940100" cy="2799000"/>
          </a:xfrm>
          <a:prstGeom prst="ellipse">
            <a:avLst/>
          </a:prstGeom>
          <a:solidFill>
            <a:srgbClr val="CFE2F3"/>
          </a:solidFill>
          <a:ln cap="flat" cmpd="sng" w="19050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30"/>
          <p:cNvSpPr txBox="1"/>
          <p:nvPr>
            <p:ph idx="1" type="subTitle"/>
          </p:nvPr>
        </p:nvSpPr>
        <p:spPr>
          <a:xfrm>
            <a:off x="1717925" y="3133600"/>
            <a:ext cx="5729400" cy="73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Review Session + Documentation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[Class 21] November 12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th, 2025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25" name="Google Shape;225;p30"/>
          <p:cNvSpPr txBox="1"/>
          <p:nvPr>
            <p:ph type="ctrTitle"/>
          </p:nvPr>
        </p:nvSpPr>
        <p:spPr>
          <a:xfrm>
            <a:off x="1084800" y="1827013"/>
            <a:ext cx="6974400" cy="1357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Syncopate"/>
                <a:ea typeface="Syncopate"/>
                <a:cs typeface="Syncopate"/>
                <a:sym typeface="Syncopate"/>
              </a:rPr>
              <a:t>Welcome to the</a:t>
            </a:r>
            <a:endParaRPr b="1" sz="3800">
              <a:latin typeface="Syncopate"/>
              <a:ea typeface="Syncopate"/>
              <a:cs typeface="Syncopate"/>
              <a:sym typeface="Syncopate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800">
                <a:latin typeface="Syncopate"/>
                <a:ea typeface="Syncopate"/>
                <a:cs typeface="Syncopate"/>
                <a:sym typeface="Syncopate"/>
              </a:rPr>
              <a:t>Python DeCal!</a:t>
            </a:r>
            <a:endParaRPr b="1" sz="3800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226" name="Google Shape;226;p30"/>
          <p:cNvSpPr/>
          <p:nvPr/>
        </p:nvSpPr>
        <p:spPr>
          <a:xfrm>
            <a:off x="4387914" y="4235401"/>
            <a:ext cx="363300" cy="363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30"/>
          <p:cNvSpPr/>
          <p:nvPr/>
        </p:nvSpPr>
        <p:spPr>
          <a:xfrm>
            <a:off x="2920213" y="1048646"/>
            <a:ext cx="76200" cy="759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30"/>
          <p:cNvSpPr/>
          <p:nvPr/>
        </p:nvSpPr>
        <p:spPr>
          <a:xfrm>
            <a:off x="3516263" y="551723"/>
            <a:ext cx="141900" cy="1416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30"/>
          <p:cNvSpPr/>
          <p:nvPr/>
        </p:nvSpPr>
        <p:spPr>
          <a:xfrm>
            <a:off x="5444591" y="4509010"/>
            <a:ext cx="76200" cy="75900"/>
          </a:xfrm>
          <a:prstGeom prst="ellipse">
            <a:avLst/>
          </a:prstGeom>
          <a:solidFill>
            <a:schemeClr val="dk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30"/>
          <p:cNvSpPr/>
          <p:nvPr/>
        </p:nvSpPr>
        <p:spPr>
          <a:xfrm>
            <a:off x="3206395" y="799771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30"/>
          <p:cNvSpPr/>
          <p:nvPr/>
        </p:nvSpPr>
        <p:spPr>
          <a:xfrm rot="10800000">
            <a:off x="4387914" y="561081"/>
            <a:ext cx="363300" cy="3633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dot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0"/>
          <p:cNvSpPr/>
          <p:nvPr/>
        </p:nvSpPr>
        <p:spPr>
          <a:xfrm flipH="1" rot="10800000">
            <a:off x="1230441" y="1270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3" name="Google Shape;233;p30"/>
          <p:cNvSpPr/>
          <p:nvPr/>
        </p:nvSpPr>
        <p:spPr>
          <a:xfrm flipH="1" rot="10800000">
            <a:off x="6761391" y="3736498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0"/>
          <p:cNvSpPr/>
          <p:nvPr/>
        </p:nvSpPr>
        <p:spPr>
          <a:xfrm>
            <a:off x="2205049" y="3761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7798949" y="335520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36" name="Google Shape;236;p30"/>
          <p:cNvPicPr preferRelativeResize="0"/>
          <p:nvPr/>
        </p:nvPicPr>
        <p:blipFill rotWithShape="1">
          <a:blip r:embed="rId3">
            <a:alphaModFix/>
          </a:blip>
          <a:srcRect b="6109" l="6174" r="6853" t="6615"/>
          <a:stretch/>
        </p:blipFill>
        <p:spPr>
          <a:xfrm>
            <a:off x="7579691" y="3536950"/>
            <a:ext cx="1353000" cy="1357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7" name="Google Shape;237;p30"/>
          <p:cNvPicPr preferRelativeResize="0"/>
          <p:nvPr/>
        </p:nvPicPr>
        <p:blipFill rotWithShape="1">
          <a:blip r:embed="rId3">
            <a:alphaModFix/>
          </a:blip>
          <a:srcRect b="6109" l="6174" r="6853" t="6615"/>
          <a:stretch/>
        </p:blipFill>
        <p:spPr>
          <a:xfrm>
            <a:off x="264478" y="248075"/>
            <a:ext cx="1353000" cy="1357800"/>
          </a:xfrm>
          <a:prstGeom prst="ellipse">
            <a:avLst/>
          </a:prstGeom>
          <a:noFill/>
          <a:ln>
            <a:noFill/>
          </a:ln>
        </p:spPr>
      </p:pic>
      <p:pic>
        <p:nvPicPr>
          <p:cNvPr id="238" name="Google Shape;238;p30" title="One-mod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26525" y="197312"/>
            <a:ext cx="1459326" cy="145932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9" name="Google Shape;239;p30" title="One-modified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6463" y="3486187"/>
            <a:ext cx="1459326" cy="14593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Lectures will be Recorded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245" name="Google Shape;245;p31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1"/>
          <p:cNvSpPr/>
          <p:nvPr/>
        </p:nvSpPr>
        <p:spPr>
          <a:xfrm flipH="1" rot="10800000">
            <a:off x="8424000" y="3256833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1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1"/>
          <p:cNvSpPr/>
          <p:nvPr/>
        </p:nvSpPr>
        <p:spPr>
          <a:xfrm>
            <a:off x="7622324" y="35331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1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0" name="Google Shape;250;p31"/>
          <p:cNvGrpSpPr/>
          <p:nvPr/>
        </p:nvGrpSpPr>
        <p:grpSpPr>
          <a:xfrm>
            <a:off x="7679230" y="3672624"/>
            <a:ext cx="1790195" cy="1790131"/>
            <a:chOff x="4536275" y="2503800"/>
            <a:chExt cx="690875" cy="690850"/>
          </a:xfrm>
        </p:grpSpPr>
        <p:sp>
          <p:nvSpPr>
            <p:cNvPr id="251" name="Google Shape;251;p31"/>
            <p:cNvSpPr/>
            <p:nvPr/>
          </p:nvSpPr>
          <p:spPr>
            <a:xfrm>
              <a:off x="4543825" y="2535925"/>
              <a:ext cx="513675" cy="255650"/>
            </a:xfrm>
            <a:custGeom>
              <a:rect b="b" l="l" r="r" t="t"/>
              <a:pathLst>
                <a:path extrusionOk="0" fill="none" h="10226" w="20547">
                  <a:moveTo>
                    <a:pt x="20546" y="643"/>
                  </a:moveTo>
                  <a:cubicBezTo>
                    <a:pt x="18127" y="3403"/>
                    <a:pt x="14555" y="4953"/>
                    <a:pt x="11096" y="6295"/>
                  </a:cubicBezTo>
                  <a:cubicBezTo>
                    <a:pt x="8109" y="7447"/>
                    <a:pt x="3422" y="10226"/>
                    <a:pt x="1" y="9716"/>
                  </a:cubicBezTo>
                  <a:cubicBezTo>
                    <a:pt x="209" y="8657"/>
                    <a:pt x="549" y="7636"/>
                    <a:pt x="1003" y="6673"/>
                  </a:cubicBezTo>
                  <a:cubicBezTo>
                    <a:pt x="2836" y="5898"/>
                    <a:pt x="4953" y="5236"/>
                    <a:pt x="5501" y="5028"/>
                  </a:cubicBezTo>
                  <a:cubicBezTo>
                    <a:pt x="9432" y="3573"/>
                    <a:pt x="13345" y="2099"/>
                    <a:pt x="17277" y="624"/>
                  </a:cubicBezTo>
                  <a:cubicBezTo>
                    <a:pt x="17938" y="379"/>
                    <a:pt x="18637" y="133"/>
                    <a:pt x="19337" y="1"/>
                  </a:cubicBezTo>
                  <a:cubicBezTo>
                    <a:pt x="19753" y="190"/>
                    <a:pt x="20150" y="397"/>
                    <a:pt x="20546" y="643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4568875" y="2503800"/>
              <a:ext cx="458375" cy="198950"/>
            </a:xfrm>
            <a:custGeom>
              <a:rect b="b" l="l" r="r" t="t"/>
              <a:pathLst>
                <a:path extrusionOk="0" fill="none" h="7958" w="18335">
                  <a:moveTo>
                    <a:pt x="4499" y="6313"/>
                  </a:moveTo>
                  <a:cubicBezTo>
                    <a:pt x="3970" y="6521"/>
                    <a:pt x="1834" y="7183"/>
                    <a:pt x="1" y="7958"/>
                  </a:cubicBezTo>
                  <a:cubicBezTo>
                    <a:pt x="2212" y="3251"/>
                    <a:pt x="6975" y="0"/>
                    <a:pt x="12513" y="0"/>
                  </a:cubicBezTo>
                  <a:cubicBezTo>
                    <a:pt x="14592" y="0"/>
                    <a:pt x="16577" y="454"/>
                    <a:pt x="18335" y="1286"/>
                  </a:cubicBezTo>
                  <a:cubicBezTo>
                    <a:pt x="17635" y="1399"/>
                    <a:pt x="16936" y="1664"/>
                    <a:pt x="16275" y="1909"/>
                  </a:cubicBezTo>
                  <a:cubicBezTo>
                    <a:pt x="12343" y="3384"/>
                    <a:pt x="8430" y="4839"/>
                    <a:pt x="4499" y="6313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542875" y="2660200"/>
              <a:ext cx="671975" cy="350150"/>
            </a:xfrm>
            <a:custGeom>
              <a:rect b="b" l="l" r="r" t="t"/>
              <a:pathLst>
                <a:path extrusionOk="0" fill="none" h="14006" w="26879">
                  <a:moveTo>
                    <a:pt x="26879" y="3837"/>
                  </a:moveTo>
                  <a:cubicBezTo>
                    <a:pt x="20962" y="7032"/>
                    <a:pt x="14045" y="8260"/>
                    <a:pt x="7788" y="10868"/>
                  </a:cubicBezTo>
                  <a:cubicBezTo>
                    <a:pt x="5558" y="11776"/>
                    <a:pt x="3479" y="12947"/>
                    <a:pt x="1343" y="14006"/>
                  </a:cubicBezTo>
                  <a:cubicBezTo>
                    <a:pt x="719" y="12853"/>
                    <a:pt x="266" y="11587"/>
                    <a:pt x="1" y="10245"/>
                  </a:cubicBezTo>
                  <a:cubicBezTo>
                    <a:pt x="7996" y="6427"/>
                    <a:pt x="16218" y="3043"/>
                    <a:pt x="24592" y="171"/>
                  </a:cubicBezTo>
                  <a:cubicBezTo>
                    <a:pt x="24762" y="114"/>
                    <a:pt x="24951" y="57"/>
                    <a:pt x="25121" y="0"/>
                  </a:cubicBezTo>
                  <a:cubicBezTo>
                    <a:pt x="25896" y="1153"/>
                    <a:pt x="26482" y="2458"/>
                    <a:pt x="26860" y="3837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4536275" y="2551525"/>
              <a:ext cx="634625" cy="364800"/>
            </a:xfrm>
            <a:custGeom>
              <a:rect b="b" l="l" r="r" t="t"/>
              <a:pathLst>
                <a:path extrusionOk="0" h="14592" w="25385">
                  <a:moveTo>
                    <a:pt x="20848" y="0"/>
                  </a:moveTo>
                  <a:cubicBezTo>
                    <a:pt x="18429" y="2779"/>
                    <a:pt x="14857" y="4310"/>
                    <a:pt x="11398" y="5652"/>
                  </a:cubicBezTo>
                  <a:cubicBezTo>
                    <a:pt x="8665" y="6707"/>
                    <a:pt x="4508" y="9139"/>
                    <a:pt x="1200" y="9139"/>
                  </a:cubicBezTo>
                  <a:cubicBezTo>
                    <a:pt x="893" y="9139"/>
                    <a:pt x="593" y="9118"/>
                    <a:pt x="303" y="9073"/>
                  </a:cubicBezTo>
                  <a:cubicBezTo>
                    <a:pt x="95" y="9999"/>
                    <a:pt x="0" y="10944"/>
                    <a:pt x="0" y="11908"/>
                  </a:cubicBezTo>
                  <a:cubicBezTo>
                    <a:pt x="0" y="12834"/>
                    <a:pt x="95" y="13722"/>
                    <a:pt x="265" y="14592"/>
                  </a:cubicBezTo>
                  <a:cubicBezTo>
                    <a:pt x="8260" y="10774"/>
                    <a:pt x="16482" y="7390"/>
                    <a:pt x="24856" y="4518"/>
                  </a:cubicBezTo>
                  <a:lnTo>
                    <a:pt x="24874" y="4518"/>
                  </a:lnTo>
                  <a:cubicBezTo>
                    <a:pt x="25045" y="4461"/>
                    <a:pt x="25215" y="4385"/>
                    <a:pt x="25385" y="4329"/>
                  </a:cubicBezTo>
                  <a:cubicBezTo>
                    <a:pt x="24232" y="2571"/>
                    <a:pt x="22682" y="1078"/>
                    <a:pt x="2084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4691725" y="2932375"/>
              <a:ext cx="525500" cy="227775"/>
            </a:xfrm>
            <a:custGeom>
              <a:rect b="b" l="l" r="r" t="t"/>
              <a:pathLst>
                <a:path extrusionOk="0" fill="none" h="9111" w="21020">
                  <a:moveTo>
                    <a:pt x="21019" y="0"/>
                  </a:moveTo>
                  <a:cubicBezTo>
                    <a:pt x="20887" y="548"/>
                    <a:pt x="20717" y="1078"/>
                    <a:pt x="20528" y="1588"/>
                  </a:cubicBezTo>
                  <a:lnTo>
                    <a:pt x="20528" y="1588"/>
                  </a:lnTo>
                  <a:cubicBezTo>
                    <a:pt x="20055" y="1909"/>
                    <a:pt x="19620" y="2212"/>
                    <a:pt x="19261" y="2401"/>
                  </a:cubicBezTo>
                  <a:cubicBezTo>
                    <a:pt x="17333" y="3440"/>
                    <a:pt x="15368" y="4385"/>
                    <a:pt x="13364" y="5236"/>
                  </a:cubicBezTo>
                  <a:cubicBezTo>
                    <a:pt x="9811" y="6767"/>
                    <a:pt x="6106" y="7995"/>
                    <a:pt x="2345" y="8940"/>
                  </a:cubicBezTo>
                  <a:cubicBezTo>
                    <a:pt x="2193" y="8978"/>
                    <a:pt x="1910" y="9054"/>
                    <a:pt x="1589" y="9110"/>
                  </a:cubicBezTo>
                  <a:cubicBezTo>
                    <a:pt x="1040" y="8846"/>
                    <a:pt x="511" y="8543"/>
                    <a:pt x="1" y="8222"/>
                  </a:cubicBezTo>
                  <a:cubicBezTo>
                    <a:pt x="1078" y="7617"/>
                    <a:pt x="3913" y="7353"/>
                    <a:pt x="4915" y="6975"/>
                  </a:cubicBezTo>
                  <a:cubicBezTo>
                    <a:pt x="10378" y="4952"/>
                    <a:pt x="15424" y="1682"/>
                    <a:pt x="21019" y="0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4731425" y="2972050"/>
              <a:ext cx="473500" cy="222600"/>
            </a:xfrm>
            <a:custGeom>
              <a:rect b="b" l="l" r="r" t="t"/>
              <a:pathLst>
                <a:path extrusionOk="0" fill="none" h="8904" w="18940">
                  <a:moveTo>
                    <a:pt x="17673" y="814"/>
                  </a:moveTo>
                  <a:cubicBezTo>
                    <a:pt x="18032" y="625"/>
                    <a:pt x="18467" y="322"/>
                    <a:pt x="18940" y="1"/>
                  </a:cubicBezTo>
                  <a:cubicBezTo>
                    <a:pt x="16955" y="5199"/>
                    <a:pt x="11927" y="8903"/>
                    <a:pt x="6011" y="8903"/>
                  </a:cubicBezTo>
                  <a:cubicBezTo>
                    <a:pt x="3856" y="8903"/>
                    <a:pt x="1815" y="8412"/>
                    <a:pt x="1" y="7523"/>
                  </a:cubicBezTo>
                  <a:cubicBezTo>
                    <a:pt x="322" y="7467"/>
                    <a:pt x="605" y="7391"/>
                    <a:pt x="757" y="7353"/>
                  </a:cubicBezTo>
                  <a:cubicBezTo>
                    <a:pt x="4537" y="6408"/>
                    <a:pt x="8223" y="5180"/>
                    <a:pt x="11795" y="3649"/>
                  </a:cubicBezTo>
                  <a:cubicBezTo>
                    <a:pt x="13780" y="2798"/>
                    <a:pt x="15745" y="1853"/>
                    <a:pt x="17673" y="81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4576425" y="2756125"/>
              <a:ext cx="650725" cy="381825"/>
            </a:xfrm>
            <a:custGeom>
              <a:rect b="b" l="l" r="r" t="t"/>
              <a:pathLst>
                <a:path extrusionOk="0" fill="none" h="15273" w="26029">
                  <a:moveTo>
                    <a:pt x="26028" y="3724"/>
                  </a:moveTo>
                  <a:cubicBezTo>
                    <a:pt x="26028" y="4877"/>
                    <a:pt x="25896" y="5973"/>
                    <a:pt x="25631" y="7050"/>
                  </a:cubicBezTo>
                  <a:cubicBezTo>
                    <a:pt x="20036" y="8714"/>
                    <a:pt x="14990" y="12002"/>
                    <a:pt x="9527" y="14025"/>
                  </a:cubicBezTo>
                  <a:cubicBezTo>
                    <a:pt x="8525" y="14403"/>
                    <a:pt x="5690" y="14667"/>
                    <a:pt x="4613" y="15272"/>
                  </a:cubicBezTo>
                  <a:cubicBezTo>
                    <a:pt x="2685" y="13987"/>
                    <a:pt x="1078" y="12229"/>
                    <a:pt x="1" y="10169"/>
                  </a:cubicBezTo>
                  <a:cubicBezTo>
                    <a:pt x="2137" y="9092"/>
                    <a:pt x="4216" y="7939"/>
                    <a:pt x="6446" y="7012"/>
                  </a:cubicBezTo>
                  <a:cubicBezTo>
                    <a:pt x="12703" y="4423"/>
                    <a:pt x="19620" y="3195"/>
                    <a:pt x="25537" y="0"/>
                  </a:cubicBezTo>
                  <a:cubicBezTo>
                    <a:pt x="25858" y="1172"/>
                    <a:pt x="26028" y="2438"/>
                    <a:pt x="26028" y="372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8" name="Google Shape;258;p31"/>
          <p:cNvSpPr txBox="1"/>
          <p:nvPr/>
        </p:nvSpPr>
        <p:spPr>
          <a:xfrm>
            <a:off x="5136850" y="1078625"/>
            <a:ext cx="3120900" cy="3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This class will be </a:t>
            </a:r>
            <a:r>
              <a:rPr b="1" lang="en" sz="24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recorded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and posted to our YouTube Channel!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Subscribe :)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59" name="Google Shape;259;p31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1"/>
          <p:cNvSpPr/>
          <p:nvPr/>
        </p:nvSpPr>
        <p:spPr>
          <a:xfrm>
            <a:off x="-1" y="43713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61" name="Google Shape;261;p31" title="Screenshot 2025-08-07 at 2.13.2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0000" y="1484300"/>
            <a:ext cx="3952750" cy="2804249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Overview for today!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267" name="Google Shape;267;p32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32"/>
          <p:cNvSpPr/>
          <p:nvPr/>
        </p:nvSpPr>
        <p:spPr>
          <a:xfrm flipH="1" rot="10800000">
            <a:off x="8424000" y="3256833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32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32"/>
          <p:cNvSpPr/>
          <p:nvPr/>
        </p:nvSpPr>
        <p:spPr>
          <a:xfrm>
            <a:off x="7622324" y="35331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32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" name="Google Shape;272;p32"/>
          <p:cNvGrpSpPr/>
          <p:nvPr/>
        </p:nvGrpSpPr>
        <p:grpSpPr>
          <a:xfrm>
            <a:off x="7679230" y="3672624"/>
            <a:ext cx="1790195" cy="1790131"/>
            <a:chOff x="4536275" y="2503800"/>
            <a:chExt cx="690875" cy="690850"/>
          </a:xfrm>
        </p:grpSpPr>
        <p:sp>
          <p:nvSpPr>
            <p:cNvPr id="273" name="Google Shape;273;p32"/>
            <p:cNvSpPr/>
            <p:nvPr/>
          </p:nvSpPr>
          <p:spPr>
            <a:xfrm>
              <a:off x="4543825" y="2535925"/>
              <a:ext cx="513675" cy="255650"/>
            </a:xfrm>
            <a:custGeom>
              <a:rect b="b" l="l" r="r" t="t"/>
              <a:pathLst>
                <a:path extrusionOk="0" fill="none" h="10226" w="20547">
                  <a:moveTo>
                    <a:pt x="20546" y="643"/>
                  </a:moveTo>
                  <a:cubicBezTo>
                    <a:pt x="18127" y="3403"/>
                    <a:pt x="14555" y="4953"/>
                    <a:pt x="11096" y="6295"/>
                  </a:cubicBezTo>
                  <a:cubicBezTo>
                    <a:pt x="8109" y="7447"/>
                    <a:pt x="3422" y="10226"/>
                    <a:pt x="1" y="9716"/>
                  </a:cubicBezTo>
                  <a:cubicBezTo>
                    <a:pt x="209" y="8657"/>
                    <a:pt x="549" y="7636"/>
                    <a:pt x="1003" y="6673"/>
                  </a:cubicBezTo>
                  <a:cubicBezTo>
                    <a:pt x="2836" y="5898"/>
                    <a:pt x="4953" y="5236"/>
                    <a:pt x="5501" y="5028"/>
                  </a:cubicBezTo>
                  <a:cubicBezTo>
                    <a:pt x="9432" y="3573"/>
                    <a:pt x="13345" y="2099"/>
                    <a:pt x="17277" y="624"/>
                  </a:cubicBezTo>
                  <a:cubicBezTo>
                    <a:pt x="17938" y="379"/>
                    <a:pt x="18637" y="133"/>
                    <a:pt x="19337" y="1"/>
                  </a:cubicBezTo>
                  <a:cubicBezTo>
                    <a:pt x="19753" y="190"/>
                    <a:pt x="20150" y="397"/>
                    <a:pt x="20546" y="643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" name="Google Shape;274;p32"/>
            <p:cNvSpPr/>
            <p:nvPr/>
          </p:nvSpPr>
          <p:spPr>
            <a:xfrm>
              <a:off x="4568875" y="2503800"/>
              <a:ext cx="458375" cy="198950"/>
            </a:xfrm>
            <a:custGeom>
              <a:rect b="b" l="l" r="r" t="t"/>
              <a:pathLst>
                <a:path extrusionOk="0" fill="none" h="7958" w="18335">
                  <a:moveTo>
                    <a:pt x="4499" y="6313"/>
                  </a:moveTo>
                  <a:cubicBezTo>
                    <a:pt x="3970" y="6521"/>
                    <a:pt x="1834" y="7183"/>
                    <a:pt x="1" y="7958"/>
                  </a:cubicBezTo>
                  <a:cubicBezTo>
                    <a:pt x="2212" y="3251"/>
                    <a:pt x="6975" y="0"/>
                    <a:pt x="12513" y="0"/>
                  </a:cubicBezTo>
                  <a:cubicBezTo>
                    <a:pt x="14592" y="0"/>
                    <a:pt x="16577" y="454"/>
                    <a:pt x="18335" y="1286"/>
                  </a:cubicBezTo>
                  <a:cubicBezTo>
                    <a:pt x="17635" y="1399"/>
                    <a:pt x="16936" y="1664"/>
                    <a:pt x="16275" y="1909"/>
                  </a:cubicBezTo>
                  <a:cubicBezTo>
                    <a:pt x="12343" y="3384"/>
                    <a:pt x="8430" y="4839"/>
                    <a:pt x="4499" y="6313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32"/>
            <p:cNvSpPr/>
            <p:nvPr/>
          </p:nvSpPr>
          <p:spPr>
            <a:xfrm>
              <a:off x="4542875" y="2660200"/>
              <a:ext cx="671975" cy="350150"/>
            </a:xfrm>
            <a:custGeom>
              <a:rect b="b" l="l" r="r" t="t"/>
              <a:pathLst>
                <a:path extrusionOk="0" fill="none" h="14006" w="26879">
                  <a:moveTo>
                    <a:pt x="26879" y="3837"/>
                  </a:moveTo>
                  <a:cubicBezTo>
                    <a:pt x="20962" y="7032"/>
                    <a:pt x="14045" y="8260"/>
                    <a:pt x="7788" y="10868"/>
                  </a:cubicBezTo>
                  <a:cubicBezTo>
                    <a:pt x="5558" y="11776"/>
                    <a:pt x="3479" y="12947"/>
                    <a:pt x="1343" y="14006"/>
                  </a:cubicBezTo>
                  <a:cubicBezTo>
                    <a:pt x="719" y="12853"/>
                    <a:pt x="266" y="11587"/>
                    <a:pt x="1" y="10245"/>
                  </a:cubicBezTo>
                  <a:cubicBezTo>
                    <a:pt x="7996" y="6427"/>
                    <a:pt x="16218" y="3043"/>
                    <a:pt x="24592" y="171"/>
                  </a:cubicBezTo>
                  <a:cubicBezTo>
                    <a:pt x="24762" y="114"/>
                    <a:pt x="24951" y="57"/>
                    <a:pt x="25121" y="0"/>
                  </a:cubicBezTo>
                  <a:cubicBezTo>
                    <a:pt x="25896" y="1153"/>
                    <a:pt x="26482" y="2458"/>
                    <a:pt x="26860" y="3837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32"/>
            <p:cNvSpPr/>
            <p:nvPr/>
          </p:nvSpPr>
          <p:spPr>
            <a:xfrm>
              <a:off x="4536275" y="2551525"/>
              <a:ext cx="634625" cy="364800"/>
            </a:xfrm>
            <a:custGeom>
              <a:rect b="b" l="l" r="r" t="t"/>
              <a:pathLst>
                <a:path extrusionOk="0" h="14592" w="25385">
                  <a:moveTo>
                    <a:pt x="20848" y="0"/>
                  </a:moveTo>
                  <a:cubicBezTo>
                    <a:pt x="18429" y="2779"/>
                    <a:pt x="14857" y="4310"/>
                    <a:pt x="11398" y="5652"/>
                  </a:cubicBezTo>
                  <a:cubicBezTo>
                    <a:pt x="8665" y="6707"/>
                    <a:pt x="4508" y="9139"/>
                    <a:pt x="1200" y="9139"/>
                  </a:cubicBezTo>
                  <a:cubicBezTo>
                    <a:pt x="893" y="9139"/>
                    <a:pt x="593" y="9118"/>
                    <a:pt x="303" y="9073"/>
                  </a:cubicBezTo>
                  <a:cubicBezTo>
                    <a:pt x="95" y="9999"/>
                    <a:pt x="0" y="10944"/>
                    <a:pt x="0" y="11908"/>
                  </a:cubicBezTo>
                  <a:cubicBezTo>
                    <a:pt x="0" y="12834"/>
                    <a:pt x="95" y="13722"/>
                    <a:pt x="265" y="14592"/>
                  </a:cubicBezTo>
                  <a:cubicBezTo>
                    <a:pt x="8260" y="10774"/>
                    <a:pt x="16482" y="7390"/>
                    <a:pt x="24856" y="4518"/>
                  </a:cubicBezTo>
                  <a:lnTo>
                    <a:pt x="24874" y="4518"/>
                  </a:lnTo>
                  <a:cubicBezTo>
                    <a:pt x="25045" y="4461"/>
                    <a:pt x="25215" y="4385"/>
                    <a:pt x="25385" y="4329"/>
                  </a:cubicBezTo>
                  <a:cubicBezTo>
                    <a:pt x="24232" y="2571"/>
                    <a:pt x="22682" y="1078"/>
                    <a:pt x="2084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" name="Google Shape;277;p32"/>
            <p:cNvSpPr/>
            <p:nvPr/>
          </p:nvSpPr>
          <p:spPr>
            <a:xfrm>
              <a:off x="4691725" y="2932375"/>
              <a:ext cx="525500" cy="227775"/>
            </a:xfrm>
            <a:custGeom>
              <a:rect b="b" l="l" r="r" t="t"/>
              <a:pathLst>
                <a:path extrusionOk="0" fill="none" h="9111" w="21020">
                  <a:moveTo>
                    <a:pt x="21019" y="0"/>
                  </a:moveTo>
                  <a:cubicBezTo>
                    <a:pt x="20887" y="548"/>
                    <a:pt x="20717" y="1078"/>
                    <a:pt x="20528" y="1588"/>
                  </a:cubicBezTo>
                  <a:lnTo>
                    <a:pt x="20528" y="1588"/>
                  </a:lnTo>
                  <a:cubicBezTo>
                    <a:pt x="20055" y="1909"/>
                    <a:pt x="19620" y="2212"/>
                    <a:pt x="19261" y="2401"/>
                  </a:cubicBezTo>
                  <a:cubicBezTo>
                    <a:pt x="17333" y="3440"/>
                    <a:pt x="15368" y="4385"/>
                    <a:pt x="13364" y="5236"/>
                  </a:cubicBezTo>
                  <a:cubicBezTo>
                    <a:pt x="9811" y="6767"/>
                    <a:pt x="6106" y="7995"/>
                    <a:pt x="2345" y="8940"/>
                  </a:cubicBezTo>
                  <a:cubicBezTo>
                    <a:pt x="2193" y="8978"/>
                    <a:pt x="1910" y="9054"/>
                    <a:pt x="1589" y="9110"/>
                  </a:cubicBezTo>
                  <a:cubicBezTo>
                    <a:pt x="1040" y="8846"/>
                    <a:pt x="511" y="8543"/>
                    <a:pt x="1" y="8222"/>
                  </a:cubicBezTo>
                  <a:cubicBezTo>
                    <a:pt x="1078" y="7617"/>
                    <a:pt x="3913" y="7353"/>
                    <a:pt x="4915" y="6975"/>
                  </a:cubicBezTo>
                  <a:cubicBezTo>
                    <a:pt x="10378" y="4952"/>
                    <a:pt x="15424" y="1682"/>
                    <a:pt x="21019" y="0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" name="Google Shape;278;p32"/>
            <p:cNvSpPr/>
            <p:nvPr/>
          </p:nvSpPr>
          <p:spPr>
            <a:xfrm>
              <a:off x="4731425" y="2972050"/>
              <a:ext cx="473500" cy="222600"/>
            </a:xfrm>
            <a:custGeom>
              <a:rect b="b" l="l" r="r" t="t"/>
              <a:pathLst>
                <a:path extrusionOk="0" fill="none" h="8904" w="18940">
                  <a:moveTo>
                    <a:pt x="17673" y="814"/>
                  </a:moveTo>
                  <a:cubicBezTo>
                    <a:pt x="18032" y="625"/>
                    <a:pt x="18467" y="322"/>
                    <a:pt x="18940" y="1"/>
                  </a:cubicBezTo>
                  <a:cubicBezTo>
                    <a:pt x="16955" y="5199"/>
                    <a:pt x="11927" y="8903"/>
                    <a:pt x="6011" y="8903"/>
                  </a:cubicBezTo>
                  <a:cubicBezTo>
                    <a:pt x="3856" y="8903"/>
                    <a:pt x="1815" y="8412"/>
                    <a:pt x="1" y="7523"/>
                  </a:cubicBezTo>
                  <a:cubicBezTo>
                    <a:pt x="322" y="7467"/>
                    <a:pt x="605" y="7391"/>
                    <a:pt x="757" y="7353"/>
                  </a:cubicBezTo>
                  <a:cubicBezTo>
                    <a:pt x="4537" y="6408"/>
                    <a:pt x="8223" y="5180"/>
                    <a:pt x="11795" y="3649"/>
                  </a:cubicBezTo>
                  <a:cubicBezTo>
                    <a:pt x="13780" y="2798"/>
                    <a:pt x="15745" y="1853"/>
                    <a:pt x="17673" y="81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" name="Google Shape;279;p32"/>
            <p:cNvSpPr/>
            <p:nvPr/>
          </p:nvSpPr>
          <p:spPr>
            <a:xfrm>
              <a:off x="4576425" y="2756125"/>
              <a:ext cx="650725" cy="381825"/>
            </a:xfrm>
            <a:custGeom>
              <a:rect b="b" l="l" r="r" t="t"/>
              <a:pathLst>
                <a:path extrusionOk="0" fill="none" h="15273" w="26029">
                  <a:moveTo>
                    <a:pt x="26028" y="3724"/>
                  </a:moveTo>
                  <a:cubicBezTo>
                    <a:pt x="26028" y="4877"/>
                    <a:pt x="25896" y="5973"/>
                    <a:pt x="25631" y="7050"/>
                  </a:cubicBezTo>
                  <a:cubicBezTo>
                    <a:pt x="20036" y="8714"/>
                    <a:pt x="14990" y="12002"/>
                    <a:pt x="9527" y="14025"/>
                  </a:cubicBezTo>
                  <a:cubicBezTo>
                    <a:pt x="8525" y="14403"/>
                    <a:pt x="5690" y="14667"/>
                    <a:pt x="4613" y="15272"/>
                  </a:cubicBezTo>
                  <a:cubicBezTo>
                    <a:pt x="2685" y="13987"/>
                    <a:pt x="1078" y="12229"/>
                    <a:pt x="1" y="10169"/>
                  </a:cubicBezTo>
                  <a:cubicBezTo>
                    <a:pt x="2137" y="9092"/>
                    <a:pt x="4216" y="7939"/>
                    <a:pt x="6446" y="7012"/>
                  </a:cubicBezTo>
                  <a:cubicBezTo>
                    <a:pt x="12703" y="4423"/>
                    <a:pt x="19620" y="3195"/>
                    <a:pt x="25537" y="0"/>
                  </a:cubicBezTo>
                  <a:cubicBezTo>
                    <a:pt x="25858" y="1172"/>
                    <a:pt x="26028" y="2438"/>
                    <a:pt x="26028" y="372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0" name="Google Shape;280;p32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32"/>
          <p:cNvSpPr/>
          <p:nvPr/>
        </p:nvSpPr>
        <p:spPr>
          <a:xfrm>
            <a:off x="-1" y="43713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2"/>
          <p:cNvSpPr txBox="1"/>
          <p:nvPr/>
        </p:nvSpPr>
        <p:spPr>
          <a:xfrm>
            <a:off x="604975" y="1078625"/>
            <a:ext cx="72618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AutoNum type="arabicPeriod"/>
            </a:pP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Announcements</a:t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AutoNum type="arabicPeriod"/>
            </a:pP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Warm-up</a:t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AutoNum type="arabicPeriod"/>
            </a:pP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Documentation Lecture</a:t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AutoNum type="arabicPeriod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Review Session</a:t>
            </a:r>
            <a:endParaRPr b="1" sz="2400"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Darker Grotesque"/>
              <a:buAutoNum type="arabicPeriod"/>
            </a:pPr>
            <a:r>
              <a:rPr b="1" lang="en" sz="2400">
                <a:latin typeface="Darker Grotesque"/>
                <a:ea typeface="Darker Grotesque"/>
                <a:cs typeface="Darker Grotesque"/>
                <a:sym typeface="Darker Grotesque"/>
              </a:rPr>
              <a:t>Lecture Engagement</a:t>
            </a:r>
            <a:endParaRPr b="1" sz="3000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3"/>
          <p:cNvSpPr txBox="1"/>
          <p:nvPr>
            <p:ph idx="1" type="subTitle"/>
          </p:nvPr>
        </p:nvSpPr>
        <p:spPr>
          <a:xfrm>
            <a:off x="5042000" y="3089775"/>
            <a:ext cx="37149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:) </a:t>
            </a:r>
            <a:r>
              <a:rPr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:) :) :) :) :) :) :) :) :) :) :)</a:t>
            </a:r>
            <a:endParaRPr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88" name="Google Shape;288;p33"/>
          <p:cNvSpPr txBox="1"/>
          <p:nvPr>
            <p:ph type="title"/>
          </p:nvPr>
        </p:nvSpPr>
        <p:spPr>
          <a:xfrm>
            <a:off x="5042000" y="2403975"/>
            <a:ext cx="3714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arker Grotesque"/>
                <a:ea typeface="Darker Grotesque"/>
                <a:cs typeface="Darker Grotesque"/>
                <a:sym typeface="Darker Grotesque"/>
              </a:rPr>
              <a:t>Announcements</a:t>
            </a:r>
            <a:endParaRPr b="1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289" name="Google Shape;289;p33"/>
          <p:cNvSpPr txBox="1"/>
          <p:nvPr>
            <p:ph idx="2" type="title"/>
          </p:nvPr>
        </p:nvSpPr>
        <p:spPr>
          <a:xfrm>
            <a:off x="5571943" y="1271050"/>
            <a:ext cx="1524000" cy="15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01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290" name="Google Shape;290;p33"/>
          <p:cNvSpPr/>
          <p:nvPr/>
        </p:nvSpPr>
        <p:spPr>
          <a:xfrm>
            <a:off x="6868264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33"/>
          <p:cNvSpPr/>
          <p:nvPr/>
        </p:nvSpPr>
        <p:spPr>
          <a:xfrm>
            <a:off x="5122048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92" name="Google Shape;292;p33"/>
          <p:cNvGrpSpPr/>
          <p:nvPr/>
        </p:nvGrpSpPr>
        <p:grpSpPr>
          <a:xfrm>
            <a:off x="6969647" y="3681172"/>
            <a:ext cx="1155133" cy="834406"/>
            <a:chOff x="3971622" y="425972"/>
            <a:chExt cx="1155133" cy="834406"/>
          </a:xfrm>
        </p:grpSpPr>
        <p:sp>
          <p:nvSpPr>
            <p:cNvPr id="293" name="Google Shape;293;p33"/>
            <p:cNvSpPr/>
            <p:nvPr/>
          </p:nvSpPr>
          <p:spPr>
            <a:xfrm rot="3592783">
              <a:off x="5010018" y="434304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" name="Google Shape;294;p33"/>
            <p:cNvSpPr/>
            <p:nvPr/>
          </p:nvSpPr>
          <p:spPr>
            <a:xfrm rot="3592783">
              <a:off x="5072987" y="1101527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" name="Google Shape;295;p33"/>
            <p:cNvSpPr/>
            <p:nvPr/>
          </p:nvSpPr>
          <p:spPr>
            <a:xfrm rot="3592783">
              <a:off x="4503844" y="1206610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" name="Google Shape;296;p33"/>
            <p:cNvSpPr/>
            <p:nvPr/>
          </p:nvSpPr>
          <p:spPr>
            <a:xfrm rot="3592783">
              <a:off x="4604461" y="571440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" name="Google Shape;297;p33"/>
            <p:cNvSpPr/>
            <p:nvPr/>
          </p:nvSpPr>
          <p:spPr>
            <a:xfrm rot="3592783">
              <a:off x="3979955" y="478912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8" name="Google Shape;298;p33"/>
            <p:cNvCxnSpPr>
              <a:stCxn id="297" idx="6"/>
              <a:endCxn id="296" idx="4"/>
            </p:cNvCxnSpPr>
            <p:nvPr/>
          </p:nvCxnSpPr>
          <p:spPr>
            <a:xfrm>
              <a:off x="4014072" y="521280"/>
              <a:ext cx="593400" cy="8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299" name="Google Shape;299;p33"/>
            <p:cNvCxnSpPr>
              <a:stCxn id="294" idx="0"/>
              <a:endCxn id="296" idx="6"/>
            </p:cNvCxnSpPr>
            <p:nvPr/>
          </p:nvCxnSpPr>
          <p:spPr>
            <a:xfrm rot="10800000">
              <a:off x="4638655" y="613945"/>
              <a:ext cx="476700" cy="49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00" name="Google Shape;300;p33"/>
            <p:cNvCxnSpPr>
              <a:stCxn id="293" idx="7"/>
              <a:endCxn id="294" idx="0"/>
            </p:cNvCxnSpPr>
            <p:nvPr/>
          </p:nvCxnSpPr>
          <p:spPr>
            <a:xfrm>
              <a:off x="5054691" y="462855"/>
              <a:ext cx="60600" cy="65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01" name="Google Shape;301;p33"/>
            <p:cNvCxnSpPr>
              <a:stCxn id="295" idx="1"/>
              <a:endCxn id="294" idx="1"/>
            </p:cNvCxnSpPr>
            <p:nvPr/>
          </p:nvCxnSpPr>
          <p:spPr>
            <a:xfrm flipH="1" rot="10800000">
              <a:off x="4532396" y="1102372"/>
              <a:ext cx="569100" cy="105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02" name="Google Shape;302;p33"/>
          <p:cNvGrpSpPr/>
          <p:nvPr/>
        </p:nvGrpSpPr>
        <p:grpSpPr>
          <a:xfrm rot="339523">
            <a:off x="4741895" y="3937120"/>
            <a:ext cx="1340964" cy="602234"/>
            <a:chOff x="5081411" y="3857169"/>
            <a:chExt cx="1341000" cy="602250"/>
          </a:xfrm>
        </p:grpSpPr>
        <p:sp>
          <p:nvSpPr>
            <p:cNvPr id="303" name="Google Shape;303;p33"/>
            <p:cNvSpPr/>
            <p:nvPr/>
          </p:nvSpPr>
          <p:spPr>
            <a:xfrm>
              <a:off x="5888183" y="4130518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33"/>
            <p:cNvSpPr/>
            <p:nvPr/>
          </p:nvSpPr>
          <p:spPr>
            <a:xfrm>
              <a:off x="6376811" y="43905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" name="Google Shape;305;p33"/>
            <p:cNvSpPr/>
            <p:nvPr/>
          </p:nvSpPr>
          <p:spPr>
            <a:xfrm>
              <a:off x="5194862" y="4271234"/>
              <a:ext cx="45600" cy="45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6" name="Google Shape;306;p33"/>
            <p:cNvCxnSpPr>
              <a:stCxn id="307" idx="6"/>
              <a:endCxn id="305" idx="6"/>
            </p:cNvCxnSpPr>
            <p:nvPr/>
          </p:nvCxnSpPr>
          <p:spPr>
            <a:xfrm rot="-344060">
              <a:off x="5147681" y="3875190"/>
              <a:ext cx="72061" cy="4232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08" name="Google Shape;308;p33"/>
            <p:cNvCxnSpPr>
              <a:stCxn id="303" idx="7"/>
              <a:endCxn id="305" idx="0"/>
            </p:cNvCxnSpPr>
            <p:nvPr/>
          </p:nvCxnSpPr>
          <p:spPr>
            <a:xfrm flipH="1" rot="-338926">
              <a:off x="5212709" y="4172396"/>
              <a:ext cx="719293" cy="63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09" name="Google Shape;309;p33"/>
            <p:cNvCxnSpPr>
              <a:stCxn id="310" idx="3"/>
              <a:endCxn id="303" idx="4"/>
            </p:cNvCxnSpPr>
            <p:nvPr/>
          </p:nvCxnSpPr>
          <p:spPr>
            <a:xfrm rot="-341060">
              <a:off x="5635999" y="3882186"/>
              <a:ext cx="260481" cy="3071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11" name="Google Shape;311;p33"/>
            <p:cNvCxnSpPr>
              <a:stCxn id="304" idx="6"/>
              <a:endCxn id="303" idx="5"/>
            </p:cNvCxnSpPr>
            <p:nvPr/>
          </p:nvCxnSpPr>
          <p:spPr>
            <a:xfrm rot="10460648">
              <a:off x="5940370" y="4145207"/>
              <a:ext cx="468782" cy="291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307" name="Google Shape;307;p33"/>
            <p:cNvSpPr/>
            <p:nvPr/>
          </p:nvSpPr>
          <p:spPr>
            <a:xfrm>
              <a:off x="50814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33"/>
            <p:cNvSpPr/>
            <p:nvPr/>
          </p:nvSpPr>
          <p:spPr>
            <a:xfrm>
              <a:off x="56148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2" name="Google Shape;312;p33"/>
          <p:cNvGrpSpPr/>
          <p:nvPr/>
        </p:nvGrpSpPr>
        <p:grpSpPr>
          <a:xfrm>
            <a:off x="6519436" y="654744"/>
            <a:ext cx="1778596" cy="1403930"/>
            <a:chOff x="6529211" y="732969"/>
            <a:chExt cx="1778596" cy="1403930"/>
          </a:xfrm>
        </p:grpSpPr>
        <p:sp>
          <p:nvSpPr>
            <p:cNvPr id="313" name="Google Shape;313;p33"/>
            <p:cNvSpPr/>
            <p:nvPr/>
          </p:nvSpPr>
          <p:spPr>
            <a:xfrm rot="-2052942">
              <a:off x="7645107" y="839060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" name="Google Shape;314;p33"/>
            <p:cNvSpPr/>
            <p:nvPr/>
          </p:nvSpPr>
          <p:spPr>
            <a:xfrm rot="-2052942">
              <a:off x="6644530" y="1192463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33"/>
            <p:cNvSpPr/>
            <p:nvPr/>
          </p:nvSpPr>
          <p:spPr>
            <a:xfrm rot="-2052942">
              <a:off x="7439884" y="1144392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33"/>
            <p:cNvSpPr/>
            <p:nvPr/>
          </p:nvSpPr>
          <p:spPr>
            <a:xfrm rot="-2052942">
              <a:off x="8079473" y="2082725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33"/>
            <p:cNvSpPr/>
            <p:nvPr/>
          </p:nvSpPr>
          <p:spPr>
            <a:xfrm rot="-2052942">
              <a:off x="8160593" y="1394774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18" name="Google Shape;318;p33"/>
            <p:cNvCxnSpPr>
              <a:stCxn id="314" idx="7"/>
            </p:cNvCxnSpPr>
            <p:nvPr/>
          </p:nvCxnSpPr>
          <p:spPr>
            <a:xfrm flipH="1" rot="10800000">
              <a:off x="6671447" y="1183863"/>
              <a:ext cx="759300" cy="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19" name="Google Shape;319;p33"/>
            <p:cNvCxnSpPr/>
            <p:nvPr/>
          </p:nvCxnSpPr>
          <p:spPr>
            <a:xfrm rot="-3622858">
              <a:off x="7389482" y="951908"/>
              <a:ext cx="372700" cy="317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20" name="Google Shape;320;p33"/>
            <p:cNvCxnSpPr/>
            <p:nvPr/>
          </p:nvCxnSpPr>
          <p:spPr>
            <a:xfrm flipH="1" rot="7178878">
              <a:off x="7507678" y="1139154"/>
              <a:ext cx="483959" cy="10088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21" name="Google Shape;321;p33"/>
            <p:cNvCxnSpPr/>
            <p:nvPr/>
          </p:nvCxnSpPr>
          <p:spPr>
            <a:xfrm flipH="1" rot="7178735">
              <a:off x="7805685" y="805447"/>
              <a:ext cx="214704" cy="7085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22" name="Google Shape;322;p33"/>
            <p:cNvCxnSpPr>
              <a:stCxn id="323" idx="2"/>
              <a:endCxn id="314" idx="5"/>
            </p:cNvCxnSpPr>
            <p:nvPr/>
          </p:nvCxnSpPr>
          <p:spPr>
            <a:xfrm>
              <a:off x="6529211" y="755619"/>
              <a:ext cx="160200" cy="463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323" name="Google Shape;323;p33"/>
            <p:cNvSpPr/>
            <p:nvPr/>
          </p:nvSpPr>
          <p:spPr>
            <a:xfrm>
              <a:off x="6529211" y="7329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24" name="Google Shape;324;p33"/>
          <p:cNvPicPr preferRelativeResize="0"/>
          <p:nvPr/>
        </p:nvPicPr>
        <p:blipFill rotWithShape="1">
          <a:blip r:embed="rId3">
            <a:alphaModFix/>
          </a:blip>
          <a:srcRect b="6109" l="6174" r="6853" t="6615"/>
          <a:stretch/>
        </p:blipFill>
        <p:spPr>
          <a:xfrm>
            <a:off x="1050575" y="926550"/>
            <a:ext cx="3279000" cy="3290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9" name="Google Shape;329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Announcements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330" name="Google Shape;330;p34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4"/>
          <p:cNvSpPr/>
          <p:nvPr/>
        </p:nvSpPr>
        <p:spPr>
          <a:xfrm flipH="1" rot="10800000">
            <a:off x="8424000" y="3256833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4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4"/>
          <p:cNvSpPr/>
          <p:nvPr/>
        </p:nvSpPr>
        <p:spPr>
          <a:xfrm>
            <a:off x="7622324" y="35331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4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5" name="Google Shape;335;p34"/>
          <p:cNvGrpSpPr/>
          <p:nvPr/>
        </p:nvGrpSpPr>
        <p:grpSpPr>
          <a:xfrm>
            <a:off x="7679230" y="3672624"/>
            <a:ext cx="1790195" cy="1790131"/>
            <a:chOff x="4536275" y="2503800"/>
            <a:chExt cx="690875" cy="690850"/>
          </a:xfrm>
        </p:grpSpPr>
        <p:sp>
          <p:nvSpPr>
            <p:cNvPr id="336" name="Google Shape;336;p34"/>
            <p:cNvSpPr/>
            <p:nvPr/>
          </p:nvSpPr>
          <p:spPr>
            <a:xfrm>
              <a:off x="4543825" y="2535925"/>
              <a:ext cx="513675" cy="255650"/>
            </a:xfrm>
            <a:custGeom>
              <a:rect b="b" l="l" r="r" t="t"/>
              <a:pathLst>
                <a:path extrusionOk="0" fill="none" h="10226" w="20547">
                  <a:moveTo>
                    <a:pt x="20546" y="643"/>
                  </a:moveTo>
                  <a:cubicBezTo>
                    <a:pt x="18127" y="3403"/>
                    <a:pt x="14555" y="4953"/>
                    <a:pt x="11096" y="6295"/>
                  </a:cubicBezTo>
                  <a:cubicBezTo>
                    <a:pt x="8109" y="7447"/>
                    <a:pt x="3422" y="10226"/>
                    <a:pt x="1" y="9716"/>
                  </a:cubicBezTo>
                  <a:cubicBezTo>
                    <a:pt x="209" y="8657"/>
                    <a:pt x="549" y="7636"/>
                    <a:pt x="1003" y="6673"/>
                  </a:cubicBezTo>
                  <a:cubicBezTo>
                    <a:pt x="2836" y="5898"/>
                    <a:pt x="4953" y="5236"/>
                    <a:pt x="5501" y="5028"/>
                  </a:cubicBezTo>
                  <a:cubicBezTo>
                    <a:pt x="9432" y="3573"/>
                    <a:pt x="13345" y="2099"/>
                    <a:pt x="17277" y="624"/>
                  </a:cubicBezTo>
                  <a:cubicBezTo>
                    <a:pt x="17938" y="379"/>
                    <a:pt x="18637" y="133"/>
                    <a:pt x="19337" y="1"/>
                  </a:cubicBezTo>
                  <a:cubicBezTo>
                    <a:pt x="19753" y="190"/>
                    <a:pt x="20150" y="397"/>
                    <a:pt x="20546" y="643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" name="Google Shape;337;p34"/>
            <p:cNvSpPr/>
            <p:nvPr/>
          </p:nvSpPr>
          <p:spPr>
            <a:xfrm>
              <a:off x="4568875" y="2503800"/>
              <a:ext cx="458375" cy="198950"/>
            </a:xfrm>
            <a:custGeom>
              <a:rect b="b" l="l" r="r" t="t"/>
              <a:pathLst>
                <a:path extrusionOk="0" fill="none" h="7958" w="18335">
                  <a:moveTo>
                    <a:pt x="4499" y="6313"/>
                  </a:moveTo>
                  <a:cubicBezTo>
                    <a:pt x="3970" y="6521"/>
                    <a:pt x="1834" y="7183"/>
                    <a:pt x="1" y="7958"/>
                  </a:cubicBezTo>
                  <a:cubicBezTo>
                    <a:pt x="2212" y="3251"/>
                    <a:pt x="6975" y="0"/>
                    <a:pt x="12513" y="0"/>
                  </a:cubicBezTo>
                  <a:cubicBezTo>
                    <a:pt x="14592" y="0"/>
                    <a:pt x="16577" y="454"/>
                    <a:pt x="18335" y="1286"/>
                  </a:cubicBezTo>
                  <a:cubicBezTo>
                    <a:pt x="17635" y="1399"/>
                    <a:pt x="16936" y="1664"/>
                    <a:pt x="16275" y="1909"/>
                  </a:cubicBezTo>
                  <a:cubicBezTo>
                    <a:pt x="12343" y="3384"/>
                    <a:pt x="8430" y="4839"/>
                    <a:pt x="4499" y="6313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" name="Google Shape;338;p34"/>
            <p:cNvSpPr/>
            <p:nvPr/>
          </p:nvSpPr>
          <p:spPr>
            <a:xfrm>
              <a:off x="4542875" y="2660200"/>
              <a:ext cx="671975" cy="350150"/>
            </a:xfrm>
            <a:custGeom>
              <a:rect b="b" l="l" r="r" t="t"/>
              <a:pathLst>
                <a:path extrusionOk="0" fill="none" h="14006" w="26879">
                  <a:moveTo>
                    <a:pt x="26879" y="3837"/>
                  </a:moveTo>
                  <a:cubicBezTo>
                    <a:pt x="20962" y="7032"/>
                    <a:pt x="14045" y="8260"/>
                    <a:pt x="7788" y="10868"/>
                  </a:cubicBezTo>
                  <a:cubicBezTo>
                    <a:pt x="5558" y="11776"/>
                    <a:pt x="3479" y="12947"/>
                    <a:pt x="1343" y="14006"/>
                  </a:cubicBezTo>
                  <a:cubicBezTo>
                    <a:pt x="719" y="12853"/>
                    <a:pt x="266" y="11587"/>
                    <a:pt x="1" y="10245"/>
                  </a:cubicBezTo>
                  <a:cubicBezTo>
                    <a:pt x="7996" y="6427"/>
                    <a:pt x="16218" y="3043"/>
                    <a:pt x="24592" y="171"/>
                  </a:cubicBezTo>
                  <a:cubicBezTo>
                    <a:pt x="24762" y="114"/>
                    <a:pt x="24951" y="57"/>
                    <a:pt x="25121" y="0"/>
                  </a:cubicBezTo>
                  <a:cubicBezTo>
                    <a:pt x="25896" y="1153"/>
                    <a:pt x="26482" y="2458"/>
                    <a:pt x="26860" y="3837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34"/>
            <p:cNvSpPr/>
            <p:nvPr/>
          </p:nvSpPr>
          <p:spPr>
            <a:xfrm>
              <a:off x="4536275" y="2551525"/>
              <a:ext cx="634625" cy="364800"/>
            </a:xfrm>
            <a:custGeom>
              <a:rect b="b" l="l" r="r" t="t"/>
              <a:pathLst>
                <a:path extrusionOk="0" h="14592" w="25385">
                  <a:moveTo>
                    <a:pt x="20848" y="0"/>
                  </a:moveTo>
                  <a:cubicBezTo>
                    <a:pt x="18429" y="2779"/>
                    <a:pt x="14857" y="4310"/>
                    <a:pt x="11398" y="5652"/>
                  </a:cubicBezTo>
                  <a:cubicBezTo>
                    <a:pt x="8665" y="6707"/>
                    <a:pt x="4508" y="9139"/>
                    <a:pt x="1200" y="9139"/>
                  </a:cubicBezTo>
                  <a:cubicBezTo>
                    <a:pt x="893" y="9139"/>
                    <a:pt x="593" y="9118"/>
                    <a:pt x="303" y="9073"/>
                  </a:cubicBezTo>
                  <a:cubicBezTo>
                    <a:pt x="95" y="9999"/>
                    <a:pt x="0" y="10944"/>
                    <a:pt x="0" y="11908"/>
                  </a:cubicBezTo>
                  <a:cubicBezTo>
                    <a:pt x="0" y="12834"/>
                    <a:pt x="95" y="13722"/>
                    <a:pt x="265" y="14592"/>
                  </a:cubicBezTo>
                  <a:cubicBezTo>
                    <a:pt x="8260" y="10774"/>
                    <a:pt x="16482" y="7390"/>
                    <a:pt x="24856" y="4518"/>
                  </a:cubicBezTo>
                  <a:lnTo>
                    <a:pt x="24874" y="4518"/>
                  </a:lnTo>
                  <a:cubicBezTo>
                    <a:pt x="25045" y="4461"/>
                    <a:pt x="25215" y="4385"/>
                    <a:pt x="25385" y="4329"/>
                  </a:cubicBezTo>
                  <a:cubicBezTo>
                    <a:pt x="24232" y="2571"/>
                    <a:pt x="22682" y="1078"/>
                    <a:pt x="20848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34"/>
            <p:cNvSpPr/>
            <p:nvPr/>
          </p:nvSpPr>
          <p:spPr>
            <a:xfrm>
              <a:off x="4691725" y="2932375"/>
              <a:ext cx="525500" cy="227775"/>
            </a:xfrm>
            <a:custGeom>
              <a:rect b="b" l="l" r="r" t="t"/>
              <a:pathLst>
                <a:path extrusionOk="0" fill="none" h="9111" w="21020">
                  <a:moveTo>
                    <a:pt x="21019" y="0"/>
                  </a:moveTo>
                  <a:cubicBezTo>
                    <a:pt x="20887" y="548"/>
                    <a:pt x="20717" y="1078"/>
                    <a:pt x="20528" y="1588"/>
                  </a:cubicBezTo>
                  <a:lnTo>
                    <a:pt x="20528" y="1588"/>
                  </a:lnTo>
                  <a:cubicBezTo>
                    <a:pt x="20055" y="1909"/>
                    <a:pt x="19620" y="2212"/>
                    <a:pt x="19261" y="2401"/>
                  </a:cubicBezTo>
                  <a:cubicBezTo>
                    <a:pt x="17333" y="3440"/>
                    <a:pt x="15368" y="4385"/>
                    <a:pt x="13364" y="5236"/>
                  </a:cubicBezTo>
                  <a:cubicBezTo>
                    <a:pt x="9811" y="6767"/>
                    <a:pt x="6106" y="7995"/>
                    <a:pt x="2345" y="8940"/>
                  </a:cubicBezTo>
                  <a:cubicBezTo>
                    <a:pt x="2193" y="8978"/>
                    <a:pt x="1910" y="9054"/>
                    <a:pt x="1589" y="9110"/>
                  </a:cubicBezTo>
                  <a:cubicBezTo>
                    <a:pt x="1040" y="8846"/>
                    <a:pt x="511" y="8543"/>
                    <a:pt x="1" y="8222"/>
                  </a:cubicBezTo>
                  <a:cubicBezTo>
                    <a:pt x="1078" y="7617"/>
                    <a:pt x="3913" y="7353"/>
                    <a:pt x="4915" y="6975"/>
                  </a:cubicBezTo>
                  <a:cubicBezTo>
                    <a:pt x="10378" y="4952"/>
                    <a:pt x="15424" y="1682"/>
                    <a:pt x="21019" y="0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34"/>
            <p:cNvSpPr/>
            <p:nvPr/>
          </p:nvSpPr>
          <p:spPr>
            <a:xfrm>
              <a:off x="4731425" y="2972050"/>
              <a:ext cx="473500" cy="222600"/>
            </a:xfrm>
            <a:custGeom>
              <a:rect b="b" l="l" r="r" t="t"/>
              <a:pathLst>
                <a:path extrusionOk="0" fill="none" h="8904" w="18940">
                  <a:moveTo>
                    <a:pt x="17673" y="814"/>
                  </a:moveTo>
                  <a:cubicBezTo>
                    <a:pt x="18032" y="625"/>
                    <a:pt x="18467" y="322"/>
                    <a:pt x="18940" y="1"/>
                  </a:cubicBezTo>
                  <a:cubicBezTo>
                    <a:pt x="16955" y="5199"/>
                    <a:pt x="11927" y="8903"/>
                    <a:pt x="6011" y="8903"/>
                  </a:cubicBezTo>
                  <a:cubicBezTo>
                    <a:pt x="3856" y="8903"/>
                    <a:pt x="1815" y="8412"/>
                    <a:pt x="1" y="7523"/>
                  </a:cubicBezTo>
                  <a:cubicBezTo>
                    <a:pt x="322" y="7467"/>
                    <a:pt x="605" y="7391"/>
                    <a:pt x="757" y="7353"/>
                  </a:cubicBezTo>
                  <a:cubicBezTo>
                    <a:pt x="4537" y="6408"/>
                    <a:pt x="8223" y="5180"/>
                    <a:pt x="11795" y="3649"/>
                  </a:cubicBezTo>
                  <a:cubicBezTo>
                    <a:pt x="13780" y="2798"/>
                    <a:pt x="15745" y="1853"/>
                    <a:pt x="17673" y="81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34"/>
            <p:cNvSpPr/>
            <p:nvPr/>
          </p:nvSpPr>
          <p:spPr>
            <a:xfrm>
              <a:off x="4576425" y="2756125"/>
              <a:ext cx="650725" cy="381825"/>
            </a:xfrm>
            <a:custGeom>
              <a:rect b="b" l="l" r="r" t="t"/>
              <a:pathLst>
                <a:path extrusionOk="0" fill="none" h="15273" w="26029">
                  <a:moveTo>
                    <a:pt x="26028" y="3724"/>
                  </a:moveTo>
                  <a:cubicBezTo>
                    <a:pt x="26028" y="4877"/>
                    <a:pt x="25896" y="5973"/>
                    <a:pt x="25631" y="7050"/>
                  </a:cubicBezTo>
                  <a:cubicBezTo>
                    <a:pt x="20036" y="8714"/>
                    <a:pt x="14990" y="12002"/>
                    <a:pt x="9527" y="14025"/>
                  </a:cubicBezTo>
                  <a:cubicBezTo>
                    <a:pt x="8525" y="14403"/>
                    <a:pt x="5690" y="14667"/>
                    <a:pt x="4613" y="15272"/>
                  </a:cubicBezTo>
                  <a:cubicBezTo>
                    <a:pt x="2685" y="13987"/>
                    <a:pt x="1078" y="12229"/>
                    <a:pt x="1" y="10169"/>
                  </a:cubicBezTo>
                  <a:cubicBezTo>
                    <a:pt x="2137" y="9092"/>
                    <a:pt x="4216" y="7939"/>
                    <a:pt x="6446" y="7012"/>
                  </a:cubicBezTo>
                  <a:cubicBezTo>
                    <a:pt x="12703" y="4423"/>
                    <a:pt x="19620" y="3195"/>
                    <a:pt x="25537" y="0"/>
                  </a:cubicBezTo>
                  <a:cubicBezTo>
                    <a:pt x="25858" y="1172"/>
                    <a:pt x="26028" y="2438"/>
                    <a:pt x="26028" y="3724"/>
                  </a:cubicBezTo>
                  <a:close/>
                </a:path>
              </a:pathLst>
            </a:custGeom>
            <a:noFill/>
            <a:ln cap="flat" cmpd="sng" w="6150">
              <a:solidFill>
                <a:schemeClr val="dk1"/>
              </a:solidFill>
              <a:prstDash val="solid"/>
              <a:miter lim="18901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3" name="Google Shape;343;p34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4"/>
          <p:cNvSpPr/>
          <p:nvPr/>
        </p:nvSpPr>
        <p:spPr>
          <a:xfrm>
            <a:off x="-1" y="4371325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4"/>
          <p:cNvSpPr txBox="1"/>
          <p:nvPr/>
        </p:nvSpPr>
        <p:spPr>
          <a:xfrm>
            <a:off x="604975" y="1078625"/>
            <a:ext cx="79752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-[Late] Homework 8 is due tonight, </a:t>
            </a:r>
            <a:r>
              <a:rPr b="1" lang="en" sz="24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Nov. 12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@ 11:59 pm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-Homework 10 is due tonight, </a:t>
            </a:r>
            <a:r>
              <a:rPr b="1" lang="en" sz="24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Nov. 12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@ 11:59 pm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-Homework 11 will be released soon! 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	-due next Wednesday, </a:t>
            </a:r>
            <a:r>
              <a:rPr b="1" lang="en" sz="24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Nov. 19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@ 11:59 pm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~3 weeks until Final Project Presentations!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35"/>
          <p:cNvSpPr txBox="1"/>
          <p:nvPr>
            <p:ph idx="1" type="subTitle"/>
          </p:nvPr>
        </p:nvSpPr>
        <p:spPr>
          <a:xfrm>
            <a:off x="5042000" y="3089775"/>
            <a:ext cx="37149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Let’s do a little review</a:t>
            </a:r>
            <a:endParaRPr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351" name="Google Shape;351;p35"/>
          <p:cNvSpPr txBox="1"/>
          <p:nvPr>
            <p:ph type="title"/>
          </p:nvPr>
        </p:nvSpPr>
        <p:spPr>
          <a:xfrm>
            <a:off x="5042000" y="2403975"/>
            <a:ext cx="3714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arker Grotesque"/>
                <a:ea typeface="Darker Grotesque"/>
                <a:cs typeface="Darker Grotesque"/>
                <a:sym typeface="Darker Grotesque"/>
              </a:rPr>
              <a:t>Warm-Up</a:t>
            </a:r>
            <a:endParaRPr b="1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352" name="Google Shape;352;p35"/>
          <p:cNvSpPr txBox="1"/>
          <p:nvPr>
            <p:ph idx="2" type="title"/>
          </p:nvPr>
        </p:nvSpPr>
        <p:spPr>
          <a:xfrm>
            <a:off x="5571943" y="1271050"/>
            <a:ext cx="1524000" cy="15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02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353" name="Google Shape;353;p35"/>
          <p:cNvSpPr/>
          <p:nvPr/>
        </p:nvSpPr>
        <p:spPr>
          <a:xfrm>
            <a:off x="6868264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5"/>
          <p:cNvSpPr/>
          <p:nvPr/>
        </p:nvSpPr>
        <p:spPr>
          <a:xfrm>
            <a:off x="5122048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55" name="Google Shape;355;p35"/>
          <p:cNvGrpSpPr/>
          <p:nvPr/>
        </p:nvGrpSpPr>
        <p:grpSpPr>
          <a:xfrm>
            <a:off x="6969647" y="3681172"/>
            <a:ext cx="1155133" cy="834406"/>
            <a:chOff x="3971622" y="425972"/>
            <a:chExt cx="1155133" cy="834406"/>
          </a:xfrm>
        </p:grpSpPr>
        <p:sp>
          <p:nvSpPr>
            <p:cNvPr id="356" name="Google Shape;356;p35"/>
            <p:cNvSpPr/>
            <p:nvPr/>
          </p:nvSpPr>
          <p:spPr>
            <a:xfrm rot="3592783">
              <a:off x="5010018" y="434304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35"/>
            <p:cNvSpPr/>
            <p:nvPr/>
          </p:nvSpPr>
          <p:spPr>
            <a:xfrm rot="3592783">
              <a:off x="5072987" y="1101527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35"/>
            <p:cNvSpPr/>
            <p:nvPr/>
          </p:nvSpPr>
          <p:spPr>
            <a:xfrm rot="3592783">
              <a:off x="4503844" y="1206610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35"/>
            <p:cNvSpPr/>
            <p:nvPr/>
          </p:nvSpPr>
          <p:spPr>
            <a:xfrm rot="3592783">
              <a:off x="4604461" y="571440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35"/>
            <p:cNvSpPr/>
            <p:nvPr/>
          </p:nvSpPr>
          <p:spPr>
            <a:xfrm rot="3592783">
              <a:off x="3979955" y="478912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1" name="Google Shape;361;p35"/>
            <p:cNvCxnSpPr>
              <a:stCxn id="360" idx="6"/>
              <a:endCxn id="359" idx="4"/>
            </p:cNvCxnSpPr>
            <p:nvPr/>
          </p:nvCxnSpPr>
          <p:spPr>
            <a:xfrm>
              <a:off x="4014072" y="521280"/>
              <a:ext cx="593400" cy="8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62" name="Google Shape;362;p35"/>
            <p:cNvCxnSpPr>
              <a:stCxn id="357" idx="0"/>
              <a:endCxn id="359" idx="6"/>
            </p:cNvCxnSpPr>
            <p:nvPr/>
          </p:nvCxnSpPr>
          <p:spPr>
            <a:xfrm rot="10800000">
              <a:off x="4638655" y="613945"/>
              <a:ext cx="476700" cy="49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63" name="Google Shape;363;p35"/>
            <p:cNvCxnSpPr>
              <a:stCxn id="356" idx="7"/>
              <a:endCxn id="357" idx="0"/>
            </p:cNvCxnSpPr>
            <p:nvPr/>
          </p:nvCxnSpPr>
          <p:spPr>
            <a:xfrm>
              <a:off x="5054691" y="462855"/>
              <a:ext cx="60600" cy="65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64" name="Google Shape;364;p35"/>
            <p:cNvCxnSpPr>
              <a:stCxn id="358" idx="1"/>
              <a:endCxn id="357" idx="1"/>
            </p:cNvCxnSpPr>
            <p:nvPr/>
          </p:nvCxnSpPr>
          <p:spPr>
            <a:xfrm flipH="1" rot="10800000">
              <a:off x="4532396" y="1102372"/>
              <a:ext cx="569100" cy="105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365" name="Google Shape;365;p35"/>
          <p:cNvGrpSpPr/>
          <p:nvPr/>
        </p:nvGrpSpPr>
        <p:grpSpPr>
          <a:xfrm rot="339523">
            <a:off x="4741895" y="3937120"/>
            <a:ext cx="1340964" cy="602234"/>
            <a:chOff x="5081411" y="3857169"/>
            <a:chExt cx="1341000" cy="602250"/>
          </a:xfrm>
        </p:grpSpPr>
        <p:sp>
          <p:nvSpPr>
            <p:cNvPr id="366" name="Google Shape;366;p35"/>
            <p:cNvSpPr/>
            <p:nvPr/>
          </p:nvSpPr>
          <p:spPr>
            <a:xfrm>
              <a:off x="5888183" y="4130518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35"/>
            <p:cNvSpPr/>
            <p:nvPr/>
          </p:nvSpPr>
          <p:spPr>
            <a:xfrm>
              <a:off x="6376811" y="43905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35"/>
            <p:cNvSpPr/>
            <p:nvPr/>
          </p:nvSpPr>
          <p:spPr>
            <a:xfrm>
              <a:off x="5194862" y="4271234"/>
              <a:ext cx="45600" cy="45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69" name="Google Shape;369;p35"/>
            <p:cNvCxnSpPr>
              <a:stCxn id="370" idx="6"/>
              <a:endCxn id="368" idx="6"/>
            </p:cNvCxnSpPr>
            <p:nvPr/>
          </p:nvCxnSpPr>
          <p:spPr>
            <a:xfrm rot="-344060">
              <a:off x="5147681" y="3875190"/>
              <a:ext cx="72061" cy="4232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71" name="Google Shape;371;p35"/>
            <p:cNvCxnSpPr>
              <a:stCxn id="366" idx="7"/>
              <a:endCxn id="368" idx="0"/>
            </p:cNvCxnSpPr>
            <p:nvPr/>
          </p:nvCxnSpPr>
          <p:spPr>
            <a:xfrm flipH="1" rot="-338926">
              <a:off x="5212709" y="4172396"/>
              <a:ext cx="719293" cy="63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72" name="Google Shape;372;p35"/>
            <p:cNvCxnSpPr>
              <a:stCxn id="373" idx="3"/>
              <a:endCxn id="366" idx="4"/>
            </p:cNvCxnSpPr>
            <p:nvPr/>
          </p:nvCxnSpPr>
          <p:spPr>
            <a:xfrm rot="-341060">
              <a:off x="5635999" y="3882186"/>
              <a:ext cx="260481" cy="3071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74" name="Google Shape;374;p35"/>
            <p:cNvCxnSpPr>
              <a:stCxn id="367" idx="6"/>
              <a:endCxn id="366" idx="5"/>
            </p:cNvCxnSpPr>
            <p:nvPr/>
          </p:nvCxnSpPr>
          <p:spPr>
            <a:xfrm rot="10460648">
              <a:off x="5940370" y="4145207"/>
              <a:ext cx="468782" cy="291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370" name="Google Shape;370;p35"/>
            <p:cNvSpPr/>
            <p:nvPr/>
          </p:nvSpPr>
          <p:spPr>
            <a:xfrm>
              <a:off x="50814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35"/>
            <p:cNvSpPr/>
            <p:nvPr/>
          </p:nvSpPr>
          <p:spPr>
            <a:xfrm>
              <a:off x="56148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75" name="Google Shape;375;p35"/>
          <p:cNvGrpSpPr/>
          <p:nvPr/>
        </p:nvGrpSpPr>
        <p:grpSpPr>
          <a:xfrm>
            <a:off x="6519436" y="654744"/>
            <a:ext cx="1778485" cy="1403887"/>
            <a:chOff x="6529211" y="732969"/>
            <a:chExt cx="1778485" cy="1403887"/>
          </a:xfrm>
        </p:grpSpPr>
        <p:sp>
          <p:nvSpPr>
            <p:cNvPr id="376" name="Google Shape;376;p35"/>
            <p:cNvSpPr/>
            <p:nvPr/>
          </p:nvSpPr>
          <p:spPr>
            <a:xfrm rot="-2056760">
              <a:off x="7645095" y="838981"/>
              <a:ext cx="45510" cy="45331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35"/>
            <p:cNvSpPr/>
            <p:nvPr/>
          </p:nvSpPr>
          <p:spPr>
            <a:xfrm rot="-2056760">
              <a:off x="6644518" y="1192384"/>
              <a:ext cx="45510" cy="45331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35"/>
            <p:cNvSpPr/>
            <p:nvPr/>
          </p:nvSpPr>
          <p:spPr>
            <a:xfrm rot="-2056760">
              <a:off x="7439872" y="1144313"/>
              <a:ext cx="45510" cy="45331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35"/>
            <p:cNvSpPr/>
            <p:nvPr/>
          </p:nvSpPr>
          <p:spPr>
            <a:xfrm rot="-2056760">
              <a:off x="8079460" y="2082646"/>
              <a:ext cx="45510" cy="45331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35"/>
            <p:cNvSpPr/>
            <p:nvPr/>
          </p:nvSpPr>
          <p:spPr>
            <a:xfrm rot="-2056760">
              <a:off x="8160581" y="1394695"/>
              <a:ext cx="45510" cy="45331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1" name="Google Shape;381;p35"/>
            <p:cNvCxnSpPr>
              <a:stCxn id="377" idx="7"/>
            </p:cNvCxnSpPr>
            <p:nvPr/>
          </p:nvCxnSpPr>
          <p:spPr>
            <a:xfrm flipH="1" rot="10800000">
              <a:off x="6671541" y="1183744"/>
              <a:ext cx="759300" cy="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82" name="Google Shape;382;p35"/>
            <p:cNvCxnSpPr/>
            <p:nvPr/>
          </p:nvCxnSpPr>
          <p:spPr>
            <a:xfrm rot="-3621831">
              <a:off x="7389574" y="951990"/>
              <a:ext cx="372607" cy="31801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83" name="Google Shape;383;p35"/>
            <p:cNvCxnSpPr/>
            <p:nvPr/>
          </p:nvCxnSpPr>
          <p:spPr>
            <a:xfrm flipH="1" rot="7178169">
              <a:off x="7507629" y="1139134"/>
              <a:ext cx="483909" cy="100892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84" name="Google Shape;384;p35"/>
            <p:cNvCxnSpPr/>
            <p:nvPr/>
          </p:nvCxnSpPr>
          <p:spPr>
            <a:xfrm flipH="1" rot="7178169">
              <a:off x="7805637" y="805386"/>
              <a:ext cx="214804" cy="70861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385" name="Google Shape;385;p35"/>
            <p:cNvCxnSpPr>
              <a:stCxn id="386" idx="2"/>
              <a:endCxn id="377" idx="5"/>
            </p:cNvCxnSpPr>
            <p:nvPr/>
          </p:nvCxnSpPr>
          <p:spPr>
            <a:xfrm>
              <a:off x="6529211" y="755619"/>
              <a:ext cx="160500" cy="463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386" name="Google Shape;386;p35"/>
            <p:cNvSpPr/>
            <p:nvPr/>
          </p:nvSpPr>
          <p:spPr>
            <a:xfrm>
              <a:off x="6529211" y="7329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387" name="Google Shape;387;p35" title="One-modifi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951" y="794562"/>
            <a:ext cx="3554399" cy="355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Warm-up questions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393" name="Google Shape;393;p36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4" name="Google Shape;394;p36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6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6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7" name="Google Shape;397;p36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8" name="Google Shape;398;p36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9" name="Google Shape;399;p36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0" name="Google Shape;400;p36"/>
          <p:cNvSpPr txBox="1"/>
          <p:nvPr/>
        </p:nvSpPr>
        <p:spPr>
          <a:xfrm>
            <a:off x="831800" y="1185375"/>
            <a:ext cx="79995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Please write your answers on a piece of paper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What is good coding 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etiquette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?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What is AstroPy?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What are three useful unit conversions / constants  from AstroPy?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What is the command to open a FITS file?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404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Warm-up questions Answers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406" name="Google Shape;406;p37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7" name="Google Shape;407;p37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8" name="Google Shape;408;p37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37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7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37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37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7"/>
          <p:cNvSpPr txBox="1"/>
          <p:nvPr/>
        </p:nvSpPr>
        <p:spPr>
          <a:xfrm>
            <a:off x="831800" y="1185375"/>
            <a:ext cx="79995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Use of descriptive variables, comments explaining lines of code, function descriptions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Compilation of packages and functions specifically helpful for astrophysics calculations and data analysis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There are many! Here are a few honorable mentions: 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lphaL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[variable].to(units.au)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lphaL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[variable].value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lphaL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print(const.c)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AutoNum type="arabicParenR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fits.open(“insert_file_name.fits”)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8"/>
          <p:cNvSpPr txBox="1"/>
          <p:nvPr>
            <p:ph type="title"/>
          </p:nvPr>
        </p:nvSpPr>
        <p:spPr>
          <a:xfrm>
            <a:off x="5042000" y="2403975"/>
            <a:ext cx="3848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arker Grotesque"/>
                <a:ea typeface="Darker Grotesque"/>
                <a:cs typeface="Darker Grotesque"/>
                <a:sym typeface="Darker Grotesque"/>
              </a:rPr>
              <a:t>Documentation Lecture</a:t>
            </a:r>
            <a:endParaRPr b="1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419" name="Google Shape;419;p38"/>
          <p:cNvSpPr txBox="1"/>
          <p:nvPr>
            <p:ph idx="2" type="title"/>
          </p:nvPr>
        </p:nvSpPr>
        <p:spPr>
          <a:xfrm>
            <a:off x="5571943" y="1271050"/>
            <a:ext cx="1524000" cy="15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03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420" name="Google Shape;420;p38"/>
          <p:cNvSpPr/>
          <p:nvPr/>
        </p:nvSpPr>
        <p:spPr>
          <a:xfrm>
            <a:off x="6868264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p38"/>
          <p:cNvSpPr/>
          <p:nvPr/>
        </p:nvSpPr>
        <p:spPr>
          <a:xfrm>
            <a:off x="5122048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2" name="Google Shape;422;p38"/>
          <p:cNvGrpSpPr/>
          <p:nvPr/>
        </p:nvGrpSpPr>
        <p:grpSpPr>
          <a:xfrm>
            <a:off x="6969647" y="3681172"/>
            <a:ext cx="1155133" cy="834406"/>
            <a:chOff x="3971622" y="425972"/>
            <a:chExt cx="1155133" cy="834406"/>
          </a:xfrm>
        </p:grpSpPr>
        <p:sp>
          <p:nvSpPr>
            <p:cNvPr id="423" name="Google Shape;423;p38"/>
            <p:cNvSpPr/>
            <p:nvPr/>
          </p:nvSpPr>
          <p:spPr>
            <a:xfrm rot="3592783">
              <a:off x="5010018" y="434304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8"/>
            <p:cNvSpPr/>
            <p:nvPr/>
          </p:nvSpPr>
          <p:spPr>
            <a:xfrm rot="3592783">
              <a:off x="5072987" y="1101527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8"/>
            <p:cNvSpPr/>
            <p:nvPr/>
          </p:nvSpPr>
          <p:spPr>
            <a:xfrm rot="3592783">
              <a:off x="4503844" y="1206610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8"/>
            <p:cNvSpPr/>
            <p:nvPr/>
          </p:nvSpPr>
          <p:spPr>
            <a:xfrm rot="3592783">
              <a:off x="4604461" y="571440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8"/>
            <p:cNvSpPr/>
            <p:nvPr/>
          </p:nvSpPr>
          <p:spPr>
            <a:xfrm rot="3592783">
              <a:off x="3979955" y="478912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28" name="Google Shape;428;p38"/>
            <p:cNvCxnSpPr>
              <a:stCxn id="427" idx="6"/>
              <a:endCxn id="426" idx="4"/>
            </p:cNvCxnSpPr>
            <p:nvPr/>
          </p:nvCxnSpPr>
          <p:spPr>
            <a:xfrm>
              <a:off x="4014072" y="521280"/>
              <a:ext cx="593400" cy="8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29" name="Google Shape;429;p38"/>
            <p:cNvCxnSpPr>
              <a:stCxn id="424" idx="0"/>
              <a:endCxn id="426" idx="6"/>
            </p:cNvCxnSpPr>
            <p:nvPr/>
          </p:nvCxnSpPr>
          <p:spPr>
            <a:xfrm rot="10800000">
              <a:off x="4638655" y="613945"/>
              <a:ext cx="476700" cy="49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30" name="Google Shape;430;p38"/>
            <p:cNvCxnSpPr>
              <a:stCxn id="423" idx="7"/>
              <a:endCxn id="424" idx="0"/>
            </p:cNvCxnSpPr>
            <p:nvPr/>
          </p:nvCxnSpPr>
          <p:spPr>
            <a:xfrm>
              <a:off x="5054691" y="462855"/>
              <a:ext cx="60600" cy="65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31" name="Google Shape;431;p38"/>
            <p:cNvCxnSpPr>
              <a:stCxn id="425" idx="1"/>
              <a:endCxn id="424" idx="1"/>
            </p:cNvCxnSpPr>
            <p:nvPr/>
          </p:nvCxnSpPr>
          <p:spPr>
            <a:xfrm flipH="1" rot="10800000">
              <a:off x="4532396" y="1102372"/>
              <a:ext cx="569100" cy="105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432" name="Google Shape;432;p38"/>
          <p:cNvGrpSpPr/>
          <p:nvPr/>
        </p:nvGrpSpPr>
        <p:grpSpPr>
          <a:xfrm rot="339523">
            <a:off x="4741895" y="3937120"/>
            <a:ext cx="1340964" cy="602234"/>
            <a:chOff x="5081411" y="3857169"/>
            <a:chExt cx="1341000" cy="602250"/>
          </a:xfrm>
        </p:grpSpPr>
        <p:sp>
          <p:nvSpPr>
            <p:cNvPr id="433" name="Google Shape;433;p38"/>
            <p:cNvSpPr/>
            <p:nvPr/>
          </p:nvSpPr>
          <p:spPr>
            <a:xfrm>
              <a:off x="5888183" y="4130518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8"/>
            <p:cNvSpPr/>
            <p:nvPr/>
          </p:nvSpPr>
          <p:spPr>
            <a:xfrm>
              <a:off x="6376811" y="43905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8"/>
            <p:cNvSpPr/>
            <p:nvPr/>
          </p:nvSpPr>
          <p:spPr>
            <a:xfrm>
              <a:off x="5194862" y="4271234"/>
              <a:ext cx="45600" cy="45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36" name="Google Shape;436;p38"/>
            <p:cNvCxnSpPr>
              <a:stCxn id="437" idx="6"/>
              <a:endCxn id="435" idx="6"/>
            </p:cNvCxnSpPr>
            <p:nvPr/>
          </p:nvCxnSpPr>
          <p:spPr>
            <a:xfrm rot="-344060">
              <a:off x="5147681" y="3875190"/>
              <a:ext cx="72061" cy="4232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38" name="Google Shape;438;p38"/>
            <p:cNvCxnSpPr>
              <a:stCxn id="433" idx="7"/>
              <a:endCxn id="435" idx="0"/>
            </p:cNvCxnSpPr>
            <p:nvPr/>
          </p:nvCxnSpPr>
          <p:spPr>
            <a:xfrm flipH="1" rot="-338926">
              <a:off x="5212709" y="4172396"/>
              <a:ext cx="719293" cy="63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39" name="Google Shape;439;p38"/>
            <p:cNvCxnSpPr>
              <a:stCxn id="440" idx="3"/>
              <a:endCxn id="433" idx="4"/>
            </p:cNvCxnSpPr>
            <p:nvPr/>
          </p:nvCxnSpPr>
          <p:spPr>
            <a:xfrm rot="-341060">
              <a:off x="5635999" y="3882186"/>
              <a:ext cx="260481" cy="3071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41" name="Google Shape;441;p38"/>
            <p:cNvCxnSpPr>
              <a:stCxn id="434" idx="6"/>
              <a:endCxn id="433" idx="5"/>
            </p:cNvCxnSpPr>
            <p:nvPr/>
          </p:nvCxnSpPr>
          <p:spPr>
            <a:xfrm rot="10460648">
              <a:off x="5940370" y="4145207"/>
              <a:ext cx="468782" cy="291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437" name="Google Shape;437;p38"/>
            <p:cNvSpPr/>
            <p:nvPr/>
          </p:nvSpPr>
          <p:spPr>
            <a:xfrm>
              <a:off x="50814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8"/>
            <p:cNvSpPr/>
            <p:nvPr/>
          </p:nvSpPr>
          <p:spPr>
            <a:xfrm>
              <a:off x="56148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42" name="Google Shape;442;p38"/>
          <p:cNvGrpSpPr/>
          <p:nvPr/>
        </p:nvGrpSpPr>
        <p:grpSpPr>
          <a:xfrm>
            <a:off x="6519436" y="654744"/>
            <a:ext cx="1778596" cy="1403930"/>
            <a:chOff x="6529211" y="732969"/>
            <a:chExt cx="1778596" cy="1403930"/>
          </a:xfrm>
        </p:grpSpPr>
        <p:sp>
          <p:nvSpPr>
            <p:cNvPr id="443" name="Google Shape;443;p38"/>
            <p:cNvSpPr/>
            <p:nvPr/>
          </p:nvSpPr>
          <p:spPr>
            <a:xfrm rot="-2052942">
              <a:off x="7645107" y="839060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8"/>
            <p:cNvSpPr/>
            <p:nvPr/>
          </p:nvSpPr>
          <p:spPr>
            <a:xfrm rot="-2052942">
              <a:off x="6644530" y="1192463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8"/>
            <p:cNvSpPr/>
            <p:nvPr/>
          </p:nvSpPr>
          <p:spPr>
            <a:xfrm rot="-2052942">
              <a:off x="7439884" y="1144392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8"/>
            <p:cNvSpPr/>
            <p:nvPr/>
          </p:nvSpPr>
          <p:spPr>
            <a:xfrm rot="-2052942">
              <a:off x="8079473" y="2082725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8"/>
            <p:cNvSpPr/>
            <p:nvPr/>
          </p:nvSpPr>
          <p:spPr>
            <a:xfrm rot="-2052942">
              <a:off x="8160593" y="1394774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48" name="Google Shape;448;p38"/>
            <p:cNvCxnSpPr>
              <a:stCxn id="444" idx="7"/>
            </p:cNvCxnSpPr>
            <p:nvPr/>
          </p:nvCxnSpPr>
          <p:spPr>
            <a:xfrm flipH="1" rot="10800000">
              <a:off x="6671447" y="1183863"/>
              <a:ext cx="759300" cy="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49" name="Google Shape;449;p38"/>
            <p:cNvCxnSpPr/>
            <p:nvPr/>
          </p:nvCxnSpPr>
          <p:spPr>
            <a:xfrm rot="-3622858">
              <a:off x="7389482" y="951908"/>
              <a:ext cx="372700" cy="317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50" name="Google Shape;450;p38"/>
            <p:cNvCxnSpPr/>
            <p:nvPr/>
          </p:nvCxnSpPr>
          <p:spPr>
            <a:xfrm flipH="1" rot="7178878">
              <a:off x="7507678" y="1139154"/>
              <a:ext cx="483959" cy="10088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51" name="Google Shape;451;p38"/>
            <p:cNvCxnSpPr/>
            <p:nvPr/>
          </p:nvCxnSpPr>
          <p:spPr>
            <a:xfrm flipH="1" rot="7178735">
              <a:off x="7805685" y="805447"/>
              <a:ext cx="214704" cy="7085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452" name="Google Shape;452;p38"/>
            <p:cNvCxnSpPr>
              <a:stCxn id="453" idx="2"/>
              <a:endCxn id="444" idx="5"/>
            </p:cNvCxnSpPr>
            <p:nvPr/>
          </p:nvCxnSpPr>
          <p:spPr>
            <a:xfrm>
              <a:off x="6529211" y="755619"/>
              <a:ext cx="160200" cy="463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453" name="Google Shape;453;p38"/>
            <p:cNvSpPr/>
            <p:nvPr/>
          </p:nvSpPr>
          <p:spPr>
            <a:xfrm>
              <a:off x="6529211" y="7329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454" name="Google Shape;454;p38" title="One-modified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1951" y="794562"/>
            <a:ext cx="3554399" cy="3554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Documentation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460" name="Google Shape;460;p39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39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2" name="Google Shape;462;p39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3" name="Google Shape;463;p39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39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9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6" name="Google Shape;466;p39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7" name="Google Shape;467;p39"/>
          <p:cNvSpPr txBox="1"/>
          <p:nvPr/>
        </p:nvSpPr>
        <p:spPr>
          <a:xfrm>
            <a:off x="831800" y="1185375"/>
            <a:ext cx="799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468" name="Google Shape;468;p39"/>
          <p:cNvSpPr txBox="1"/>
          <p:nvPr/>
        </p:nvSpPr>
        <p:spPr>
          <a:xfrm>
            <a:off x="720000" y="1017725"/>
            <a:ext cx="7999500" cy="42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Important note: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Char char="●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Required for the Final Project!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What is documentation?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Char char="●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Turns your code from usable </a:t>
            </a:r>
            <a:r>
              <a:rPr b="1" lang="en" sz="24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only by you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to 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understandable</a:t>
            </a: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by everyone!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Darker Grotesque"/>
              <a:buChar char="●"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It helps you (and future programmers) remember what your code does, why it exists and how to use it.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469" name="Google Shape;469;p39" title="Screenshot 2025-11-12 at 2.23.3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05801" y="1185375"/>
            <a:ext cx="3925500" cy="186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39"/>
          <p:cNvSpPr/>
          <p:nvPr/>
        </p:nvSpPr>
        <p:spPr>
          <a:xfrm>
            <a:off x="7745075" y="1702925"/>
            <a:ext cx="1026300" cy="291900"/>
          </a:xfrm>
          <a:prstGeom prst="rect">
            <a:avLst/>
          </a:prstGeom>
          <a:noFill/>
          <a:ln cap="flat" cmpd="sng" w="1905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Documentation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476" name="Google Shape;476;p40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7" name="Google Shape;477;p40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p40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9" name="Google Shape;479;p40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0" name="Google Shape;480;p40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p40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2" name="Google Shape;482;p40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p40"/>
          <p:cNvSpPr txBox="1"/>
          <p:nvPr/>
        </p:nvSpPr>
        <p:spPr>
          <a:xfrm>
            <a:off x="831800" y="1185375"/>
            <a:ext cx="799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484" name="Google Shape;484;p40"/>
          <p:cNvSpPr txBox="1"/>
          <p:nvPr/>
        </p:nvSpPr>
        <p:spPr>
          <a:xfrm>
            <a:off x="720000" y="1017725"/>
            <a:ext cx="7999500" cy="427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Three Levels of Documentation: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Inline Comments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Short explanations inside your code that clarify logic or reasoning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Good comments explain “why”, not “what” the code is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Docstrings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 special triple-quoted string placed at the start of a function, class (we haven’t learned what this is yet but stay tuned for OOP!), or module.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It describes what the 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function does, what the parameters mean, and what it returns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Documentation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490" name="Google Shape;490;p41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1" name="Google Shape;491;p41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2" name="Google Shape;492;p41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p41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p41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5" name="Google Shape;495;p41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6" name="Google Shape;496;p41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p41"/>
          <p:cNvSpPr txBox="1"/>
          <p:nvPr/>
        </p:nvSpPr>
        <p:spPr>
          <a:xfrm>
            <a:off x="720000" y="1017725"/>
            <a:ext cx="799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Examples of Type 1 documentation: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498" name="Google Shape;498;p41" title="Screenshot 2025-11-12 at 2.28.32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988" y="2160963"/>
            <a:ext cx="6227588" cy="143263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Documentation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504" name="Google Shape;504;p42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5" name="Google Shape;505;p42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2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42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42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9" name="Google Shape;509;p42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0" name="Google Shape;510;p42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1" name="Google Shape;511;p42"/>
          <p:cNvSpPr txBox="1"/>
          <p:nvPr/>
        </p:nvSpPr>
        <p:spPr>
          <a:xfrm>
            <a:off x="720000" y="1017725"/>
            <a:ext cx="799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Examples of Type 2 documentation: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512" name="Google Shape;512;p42" title="Screenshot 2025-11-12 at 2.29.23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4299" y="1377800"/>
            <a:ext cx="3535201" cy="3230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Documentation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518" name="Google Shape;518;p43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9" name="Google Shape;519;p43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43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1" name="Google Shape;521;p43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p43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3" name="Google Shape;523;p43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4" name="Google Shape;524;p43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5" name="Google Shape;525;p43"/>
          <p:cNvSpPr txBox="1"/>
          <p:nvPr/>
        </p:nvSpPr>
        <p:spPr>
          <a:xfrm>
            <a:off x="831800" y="1185375"/>
            <a:ext cx="799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526" name="Google Shape;526;p43"/>
          <p:cNvSpPr txBox="1"/>
          <p:nvPr/>
        </p:nvSpPr>
        <p:spPr>
          <a:xfrm>
            <a:off x="720000" y="1017725"/>
            <a:ext cx="7999500" cy="326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Three Levels of Documentation: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3) README or Project Notes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Every project should have a short </a:t>
            </a:r>
            <a:r>
              <a:rPr b="1" lang="en" sz="22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README.md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(in Markdown) explaining: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roman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What the project is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roman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How to install dependencies (if needed)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roman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How to run code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roman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Example usage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4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Documentation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532" name="Google Shape;532;p44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44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44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5" name="Google Shape;535;p44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p44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7" name="Google Shape;537;p44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44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44"/>
          <p:cNvSpPr txBox="1"/>
          <p:nvPr/>
        </p:nvSpPr>
        <p:spPr>
          <a:xfrm>
            <a:off x="720000" y="1017725"/>
            <a:ext cx="799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Examples of Type 3 documentation:</a:t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540" name="Google Shape;540;p44" title="Screenshot 2025-11-12 at 2.30.54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19989" y="1702950"/>
            <a:ext cx="7549041" cy="273203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p4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Documentation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546" name="Google Shape;546;p45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7" name="Google Shape;547;p45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8" name="Google Shape;548;p45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45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45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1" name="Google Shape;551;p45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45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3" name="Google Shape;553;p45"/>
          <p:cNvSpPr txBox="1"/>
          <p:nvPr/>
        </p:nvSpPr>
        <p:spPr>
          <a:xfrm>
            <a:off x="831800" y="1185375"/>
            <a:ext cx="799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554" name="Google Shape;554;p45"/>
          <p:cNvSpPr txBox="1"/>
          <p:nvPr/>
        </p:nvSpPr>
        <p:spPr>
          <a:xfrm>
            <a:off x="720000" y="1017725"/>
            <a:ext cx="79995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Key Takeaways: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Write documentation as you code, not afterward.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Use clear, plain language.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Your audience may not know your shortcuts.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Keep it up to date when your code changes.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Be consistent in your style and tone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4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Practice Question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560" name="Google Shape;560;p46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1" name="Google Shape;561;p46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2" name="Google Shape;562;p46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3" name="Google Shape;563;p46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4" name="Google Shape;564;p46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46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6" name="Google Shape;566;p46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7" name="Google Shape;567;p46"/>
          <p:cNvSpPr txBox="1"/>
          <p:nvPr/>
        </p:nvSpPr>
        <p:spPr>
          <a:xfrm>
            <a:off x="831800" y="1185375"/>
            <a:ext cx="799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568" name="Google Shape;568;p46"/>
          <p:cNvSpPr txBox="1"/>
          <p:nvPr/>
        </p:nvSpPr>
        <p:spPr>
          <a:xfrm>
            <a:off x="720000" y="1017725"/>
            <a:ext cx="7999500" cy="153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Inline Comments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Add clear comments to this function explaining what each line does and why: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What kind of comment would not be helpful here?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569" name="Google Shape;569;p46" title="Screenshot 2025-11-12 at 2.33.09 pm.png"/>
          <p:cNvPicPr preferRelativeResize="0"/>
          <p:nvPr/>
        </p:nvPicPr>
        <p:blipFill rotWithShape="1">
          <a:blip r:embed="rId3">
            <a:alphaModFix/>
          </a:blip>
          <a:srcRect b="0" l="0" r="0" t="18844"/>
          <a:stretch/>
        </p:blipFill>
        <p:spPr>
          <a:xfrm>
            <a:off x="957863" y="2843063"/>
            <a:ext cx="7523775" cy="12491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p4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Practice Question Solutions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575" name="Google Shape;575;p47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6" name="Google Shape;576;p47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7" name="Google Shape;577;p47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8" name="Google Shape;578;p47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47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0" name="Google Shape;580;p47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1" name="Google Shape;581;p47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47"/>
          <p:cNvSpPr txBox="1"/>
          <p:nvPr/>
        </p:nvSpPr>
        <p:spPr>
          <a:xfrm>
            <a:off x="831800" y="1185375"/>
            <a:ext cx="79995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583" name="Google Shape;583;p47"/>
          <p:cNvSpPr txBox="1"/>
          <p:nvPr/>
        </p:nvSpPr>
        <p:spPr>
          <a:xfrm>
            <a:off x="720000" y="1017725"/>
            <a:ext cx="79995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Example solution: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Unhelpful comment: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●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“Multiplies two numbers together”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●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This comment is explaining </a:t>
            </a:r>
            <a:r>
              <a:rPr b="1" lang="en" sz="22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what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the code does, not why.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●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Good comments should have a purpose.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pic>
        <p:nvPicPr>
          <p:cNvPr id="584" name="Google Shape;584;p47" title="Screenshot 2025-11-12 at 2.33.48 p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313" y="1540926"/>
            <a:ext cx="7636875" cy="1845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Practice Question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590" name="Google Shape;590;p48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1" name="Google Shape;591;p48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2" name="Google Shape;592;p48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3" name="Google Shape;593;p48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4" name="Google Shape;594;p48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5" name="Google Shape;595;p48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6" name="Google Shape;596;p48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7" name="Google Shape;597;p48"/>
          <p:cNvSpPr txBox="1"/>
          <p:nvPr/>
        </p:nvSpPr>
        <p:spPr>
          <a:xfrm>
            <a:off x="720000" y="1017725"/>
            <a:ext cx="7999500" cy="22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With the person next to you, discuss the following: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Have you started your Final Project?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What is your Final Project?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Have you added documentation to your code?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If not, how can you add 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documentation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?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If yes, how can you improve your documentation.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49"/>
          <p:cNvSpPr txBox="1"/>
          <p:nvPr>
            <p:ph idx="1" type="subTitle"/>
          </p:nvPr>
        </p:nvSpPr>
        <p:spPr>
          <a:xfrm>
            <a:off x="5042000" y="3089775"/>
            <a:ext cx="37149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:)))))</a:t>
            </a:r>
            <a:endParaRPr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603" name="Google Shape;603;p49"/>
          <p:cNvSpPr txBox="1"/>
          <p:nvPr>
            <p:ph type="title"/>
          </p:nvPr>
        </p:nvSpPr>
        <p:spPr>
          <a:xfrm>
            <a:off x="5042000" y="2403975"/>
            <a:ext cx="37149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arker Grotesque"/>
                <a:ea typeface="Darker Grotesque"/>
                <a:cs typeface="Darker Grotesque"/>
                <a:sym typeface="Darker Grotesque"/>
              </a:rPr>
              <a:t>Review Session</a:t>
            </a:r>
            <a:endParaRPr b="1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604" name="Google Shape;604;p49"/>
          <p:cNvSpPr txBox="1"/>
          <p:nvPr>
            <p:ph idx="2" type="title"/>
          </p:nvPr>
        </p:nvSpPr>
        <p:spPr>
          <a:xfrm>
            <a:off x="5571943" y="1271050"/>
            <a:ext cx="1524000" cy="15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04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605" name="Google Shape;605;p49"/>
          <p:cNvSpPr/>
          <p:nvPr/>
        </p:nvSpPr>
        <p:spPr>
          <a:xfrm>
            <a:off x="6868264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6" name="Google Shape;606;p49"/>
          <p:cNvSpPr/>
          <p:nvPr/>
        </p:nvSpPr>
        <p:spPr>
          <a:xfrm>
            <a:off x="5122048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7" name="Google Shape;607;p49"/>
          <p:cNvGrpSpPr/>
          <p:nvPr/>
        </p:nvGrpSpPr>
        <p:grpSpPr>
          <a:xfrm>
            <a:off x="6969647" y="3681172"/>
            <a:ext cx="1155133" cy="834406"/>
            <a:chOff x="3971622" y="425972"/>
            <a:chExt cx="1155133" cy="834406"/>
          </a:xfrm>
        </p:grpSpPr>
        <p:sp>
          <p:nvSpPr>
            <p:cNvPr id="608" name="Google Shape;608;p49"/>
            <p:cNvSpPr/>
            <p:nvPr/>
          </p:nvSpPr>
          <p:spPr>
            <a:xfrm rot="3592783">
              <a:off x="5010018" y="434304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49"/>
            <p:cNvSpPr/>
            <p:nvPr/>
          </p:nvSpPr>
          <p:spPr>
            <a:xfrm rot="3592783">
              <a:off x="5072987" y="1101527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49"/>
            <p:cNvSpPr/>
            <p:nvPr/>
          </p:nvSpPr>
          <p:spPr>
            <a:xfrm rot="3592783">
              <a:off x="4503844" y="1206610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49"/>
            <p:cNvSpPr/>
            <p:nvPr/>
          </p:nvSpPr>
          <p:spPr>
            <a:xfrm rot="3592783">
              <a:off x="4604461" y="571440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49"/>
            <p:cNvSpPr/>
            <p:nvPr/>
          </p:nvSpPr>
          <p:spPr>
            <a:xfrm rot="3592783">
              <a:off x="3979955" y="478912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13" name="Google Shape;613;p49"/>
            <p:cNvCxnSpPr>
              <a:stCxn id="612" idx="6"/>
              <a:endCxn id="611" idx="4"/>
            </p:cNvCxnSpPr>
            <p:nvPr/>
          </p:nvCxnSpPr>
          <p:spPr>
            <a:xfrm>
              <a:off x="4014072" y="521280"/>
              <a:ext cx="593400" cy="8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614" name="Google Shape;614;p49"/>
            <p:cNvCxnSpPr>
              <a:stCxn id="609" idx="0"/>
              <a:endCxn id="611" idx="6"/>
            </p:cNvCxnSpPr>
            <p:nvPr/>
          </p:nvCxnSpPr>
          <p:spPr>
            <a:xfrm rot="10800000">
              <a:off x="4638655" y="613945"/>
              <a:ext cx="476700" cy="49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615" name="Google Shape;615;p49"/>
            <p:cNvCxnSpPr>
              <a:stCxn id="608" idx="7"/>
              <a:endCxn id="609" idx="0"/>
            </p:cNvCxnSpPr>
            <p:nvPr/>
          </p:nvCxnSpPr>
          <p:spPr>
            <a:xfrm>
              <a:off x="5054691" y="462855"/>
              <a:ext cx="60600" cy="65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616" name="Google Shape;616;p49"/>
            <p:cNvCxnSpPr>
              <a:stCxn id="610" idx="1"/>
              <a:endCxn id="609" idx="1"/>
            </p:cNvCxnSpPr>
            <p:nvPr/>
          </p:nvCxnSpPr>
          <p:spPr>
            <a:xfrm flipH="1" rot="10800000">
              <a:off x="4532396" y="1102372"/>
              <a:ext cx="569100" cy="105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617" name="Google Shape;617;p49"/>
          <p:cNvGrpSpPr/>
          <p:nvPr/>
        </p:nvGrpSpPr>
        <p:grpSpPr>
          <a:xfrm rot="339523">
            <a:off x="4741895" y="3937120"/>
            <a:ext cx="1340964" cy="602234"/>
            <a:chOff x="5081411" y="3857169"/>
            <a:chExt cx="1341000" cy="602250"/>
          </a:xfrm>
        </p:grpSpPr>
        <p:sp>
          <p:nvSpPr>
            <p:cNvPr id="618" name="Google Shape;618;p49"/>
            <p:cNvSpPr/>
            <p:nvPr/>
          </p:nvSpPr>
          <p:spPr>
            <a:xfrm>
              <a:off x="5888183" y="4130518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49"/>
            <p:cNvSpPr/>
            <p:nvPr/>
          </p:nvSpPr>
          <p:spPr>
            <a:xfrm>
              <a:off x="6376811" y="43905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49"/>
            <p:cNvSpPr/>
            <p:nvPr/>
          </p:nvSpPr>
          <p:spPr>
            <a:xfrm>
              <a:off x="5194862" y="4271234"/>
              <a:ext cx="45600" cy="45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21" name="Google Shape;621;p49"/>
            <p:cNvCxnSpPr>
              <a:stCxn id="622" idx="6"/>
              <a:endCxn id="620" idx="6"/>
            </p:cNvCxnSpPr>
            <p:nvPr/>
          </p:nvCxnSpPr>
          <p:spPr>
            <a:xfrm rot="-344060">
              <a:off x="5147681" y="3875190"/>
              <a:ext cx="72061" cy="4232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623" name="Google Shape;623;p49"/>
            <p:cNvCxnSpPr>
              <a:stCxn id="618" idx="7"/>
              <a:endCxn id="620" idx="0"/>
            </p:cNvCxnSpPr>
            <p:nvPr/>
          </p:nvCxnSpPr>
          <p:spPr>
            <a:xfrm flipH="1" rot="-338926">
              <a:off x="5212709" y="4172396"/>
              <a:ext cx="719293" cy="63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624" name="Google Shape;624;p49"/>
            <p:cNvCxnSpPr>
              <a:stCxn id="625" idx="3"/>
              <a:endCxn id="618" idx="4"/>
            </p:cNvCxnSpPr>
            <p:nvPr/>
          </p:nvCxnSpPr>
          <p:spPr>
            <a:xfrm rot="-341060">
              <a:off x="5635999" y="3882186"/>
              <a:ext cx="260481" cy="3071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626" name="Google Shape;626;p49"/>
            <p:cNvCxnSpPr>
              <a:stCxn id="619" idx="6"/>
              <a:endCxn id="618" idx="5"/>
            </p:cNvCxnSpPr>
            <p:nvPr/>
          </p:nvCxnSpPr>
          <p:spPr>
            <a:xfrm rot="10460648">
              <a:off x="5940370" y="4145207"/>
              <a:ext cx="468782" cy="291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622" name="Google Shape;622;p49"/>
            <p:cNvSpPr/>
            <p:nvPr/>
          </p:nvSpPr>
          <p:spPr>
            <a:xfrm>
              <a:off x="50814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49"/>
            <p:cNvSpPr/>
            <p:nvPr/>
          </p:nvSpPr>
          <p:spPr>
            <a:xfrm>
              <a:off x="56148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627" name="Google Shape;627;p49"/>
          <p:cNvGrpSpPr/>
          <p:nvPr/>
        </p:nvGrpSpPr>
        <p:grpSpPr>
          <a:xfrm>
            <a:off x="6519436" y="654744"/>
            <a:ext cx="1778596" cy="1403930"/>
            <a:chOff x="6529211" y="732969"/>
            <a:chExt cx="1778596" cy="1403930"/>
          </a:xfrm>
        </p:grpSpPr>
        <p:sp>
          <p:nvSpPr>
            <p:cNvPr id="628" name="Google Shape;628;p49"/>
            <p:cNvSpPr/>
            <p:nvPr/>
          </p:nvSpPr>
          <p:spPr>
            <a:xfrm rot="-2052942">
              <a:off x="7645107" y="839060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49"/>
            <p:cNvSpPr/>
            <p:nvPr/>
          </p:nvSpPr>
          <p:spPr>
            <a:xfrm rot="-2052942">
              <a:off x="6644530" y="1192463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49"/>
            <p:cNvSpPr/>
            <p:nvPr/>
          </p:nvSpPr>
          <p:spPr>
            <a:xfrm rot="-2052942">
              <a:off x="7439884" y="1144392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49"/>
            <p:cNvSpPr/>
            <p:nvPr/>
          </p:nvSpPr>
          <p:spPr>
            <a:xfrm rot="-2052942">
              <a:off x="8079473" y="2082725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49"/>
            <p:cNvSpPr/>
            <p:nvPr/>
          </p:nvSpPr>
          <p:spPr>
            <a:xfrm rot="-2052942">
              <a:off x="8160593" y="1394774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633" name="Google Shape;633;p49"/>
            <p:cNvCxnSpPr>
              <a:stCxn id="629" idx="7"/>
            </p:cNvCxnSpPr>
            <p:nvPr/>
          </p:nvCxnSpPr>
          <p:spPr>
            <a:xfrm flipH="1" rot="10800000">
              <a:off x="6671447" y="1183863"/>
              <a:ext cx="759300" cy="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634" name="Google Shape;634;p49"/>
            <p:cNvCxnSpPr/>
            <p:nvPr/>
          </p:nvCxnSpPr>
          <p:spPr>
            <a:xfrm rot="-3622858">
              <a:off x="7389482" y="951908"/>
              <a:ext cx="372700" cy="317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635" name="Google Shape;635;p49"/>
            <p:cNvCxnSpPr/>
            <p:nvPr/>
          </p:nvCxnSpPr>
          <p:spPr>
            <a:xfrm flipH="1" rot="7178878">
              <a:off x="7507678" y="1139154"/>
              <a:ext cx="483959" cy="10088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636" name="Google Shape;636;p49"/>
            <p:cNvCxnSpPr/>
            <p:nvPr/>
          </p:nvCxnSpPr>
          <p:spPr>
            <a:xfrm flipH="1" rot="7178735">
              <a:off x="7805685" y="805447"/>
              <a:ext cx="214704" cy="7085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637" name="Google Shape;637;p49"/>
            <p:cNvCxnSpPr>
              <a:stCxn id="638" idx="2"/>
              <a:endCxn id="629" idx="5"/>
            </p:cNvCxnSpPr>
            <p:nvPr/>
          </p:nvCxnSpPr>
          <p:spPr>
            <a:xfrm>
              <a:off x="6529211" y="755619"/>
              <a:ext cx="160200" cy="463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638" name="Google Shape;638;p49"/>
            <p:cNvSpPr/>
            <p:nvPr/>
          </p:nvSpPr>
          <p:spPr>
            <a:xfrm>
              <a:off x="6529211" y="7329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639" name="Google Shape;639;p49"/>
          <p:cNvPicPr preferRelativeResize="0"/>
          <p:nvPr/>
        </p:nvPicPr>
        <p:blipFill rotWithShape="1">
          <a:blip r:embed="rId3">
            <a:alphaModFix/>
          </a:blip>
          <a:srcRect b="6109" l="6174" r="6853" t="6615"/>
          <a:stretch/>
        </p:blipFill>
        <p:spPr>
          <a:xfrm>
            <a:off x="1050575" y="926550"/>
            <a:ext cx="3279000" cy="3290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643" name="Shape 6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Google Shape;644;p5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Review: Astropy!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645" name="Google Shape;645;p50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6" name="Google Shape;646;p50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50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8" name="Google Shape;648;p50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9" name="Google Shape;649;p50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0" name="Google Shape;650;p50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1" name="Google Shape;651;p50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2" name="Google Shape;652;p50"/>
          <p:cNvSpPr txBox="1"/>
          <p:nvPr/>
        </p:nvSpPr>
        <p:spPr>
          <a:xfrm>
            <a:off x="720000" y="1017725"/>
            <a:ext cx="79995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Recall: Astropy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Astropy = core Python library for astronomy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●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Provides tools that solve problems for astronomers! Like: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○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Attaching units to values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○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Constants (Planck’s constant, 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Gravitational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constant, etc.)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○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Coordinate and positions (we didn’t cover this in class)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■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Right ascension &amp; declination, galactic 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coordinates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○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FITS files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■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FITS file = standard data format for telescopes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656" name="Shape 6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7" name="Google Shape;657;p5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Recall: FITS Files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658" name="Google Shape;658;p51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9" name="Google Shape;659;p51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0" name="Google Shape;660;p51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51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2" name="Google Shape;662;p51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3" name="Google Shape;663;p51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4" name="Google Shape;664;p51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5" name="Google Shape;665;p51"/>
          <p:cNvSpPr txBox="1"/>
          <p:nvPr/>
        </p:nvSpPr>
        <p:spPr>
          <a:xfrm>
            <a:off x="720000" y="1017725"/>
            <a:ext cx="79995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Recall: FITS files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●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FITS (Flexible Image Transport System) = standard data format used by nearly all astronomical observatories, like: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○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Hubble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, JWST, Keck, ALMA, LSST, IRTF, etc!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●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 FITS file usually contains: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○"/>
            </a:pPr>
            <a:r>
              <a:rPr b="1" lang="en" sz="22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Header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= metadata (exposure time, telescope, filter, etc)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○"/>
            </a:pPr>
            <a:r>
              <a:rPr b="1" lang="en" sz="22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Data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= the image itself (2D array), tables, or binary data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●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Astropy makes working with FITS files easier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○"/>
            </a:pPr>
            <a:r>
              <a:rPr b="1" lang="en" sz="22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fits.open()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= load a FITS file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○"/>
            </a:pPr>
            <a:r>
              <a:rPr b="1" lang="en" sz="22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.header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= access image metadata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○"/>
            </a:pPr>
            <a:r>
              <a:rPr b="1" lang="en" sz="22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.data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= get the pixel array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5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Practice Question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671" name="Google Shape;671;p52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2" name="Google Shape;672;p52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3" name="Google Shape;673;p52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4" name="Google Shape;674;p52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5" name="Google Shape;675;p52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6" name="Google Shape;676;p52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7" name="Google Shape;677;p52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8" name="Google Shape;678;p52"/>
          <p:cNvSpPr txBox="1"/>
          <p:nvPr/>
        </p:nvSpPr>
        <p:spPr>
          <a:xfrm>
            <a:off x="720000" y="1017725"/>
            <a:ext cx="79995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Let’s work with some real data!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●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This data comes from the Leuschner telescope in Lafayette!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Char char="●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It was taken by Brianna when she took ASTRON 120 lab during Fall of 2024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Steps: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Open a Jupyter Notebook. 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Import 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necessary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packages (numpy, astropy, etc.)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Download the “stars.fits” file from 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Courses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.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Use astropy to open the FITS file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Assign the header to a variable called </a:t>
            </a:r>
            <a:r>
              <a:rPr b="1" lang="en" sz="22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header</a:t>
            </a:r>
            <a:endParaRPr b="1" sz="2200" u="sng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Assign the data to a variable called </a:t>
            </a:r>
            <a:r>
              <a:rPr b="1" lang="en" sz="22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data</a:t>
            </a:r>
            <a:endParaRPr b="1" sz="2200" u="sng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682" name="Shape 6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3" name="Google Shape;683;p5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Practice Question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684" name="Google Shape;684;p53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5" name="Google Shape;685;p53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53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7" name="Google Shape;687;p53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8" name="Google Shape;688;p53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9" name="Google Shape;689;p53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0" name="Google Shape;690;p53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1" name="Google Shape;691;p53"/>
          <p:cNvSpPr txBox="1"/>
          <p:nvPr/>
        </p:nvSpPr>
        <p:spPr>
          <a:xfrm>
            <a:off x="720000" y="1017725"/>
            <a:ext cx="7999500" cy="39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Use Astropy to figure out the following about the file: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Print the header.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What are the dimensions of the file?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roman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Hint: What are the sizes of rows and columns of the image?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What was the exposure time in seconds?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Plotting the image: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Plot the image “normally” (i.e., no image processing)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Plot the image without outliers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roman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Hint: Use vmin and vmax.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Plot the image on a logarithmic scale.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What do you notice about the different scales?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5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Practice Question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697" name="Google Shape;697;p54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8" name="Google Shape;698;p54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9" name="Google Shape;699;p54"/>
          <p:cNvSpPr/>
          <p:nvPr/>
        </p:nvSpPr>
        <p:spPr>
          <a:xfrm flipH="1" rot="10800000">
            <a:off x="8646575" y="4608658"/>
            <a:ext cx="236550" cy="276290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0" name="Google Shape;700;p54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1" name="Google Shape;701;p54"/>
          <p:cNvSpPr/>
          <p:nvPr/>
        </p:nvSpPr>
        <p:spPr>
          <a:xfrm>
            <a:off x="7844899" y="4884950"/>
            <a:ext cx="244377" cy="291754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2" name="Google Shape;702;p54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3" name="Google Shape;703;p54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4" name="Google Shape;704;p54"/>
          <p:cNvSpPr txBox="1"/>
          <p:nvPr/>
        </p:nvSpPr>
        <p:spPr>
          <a:xfrm>
            <a:off x="720000" y="1017725"/>
            <a:ext cx="7999500" cy="25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Bonus: Use starfinder to count how many stars are in the image!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Research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the 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package</a:t>
            </a: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</a:t>
            </a:r>
            <a:r>
              <a:rPr b="1" lang="en" sz="22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photutils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Use</a:t>
            </a:r>
            <a:r>
              <a:rPr b="1" lang="en" sz="22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 sigma_clipped_stats</a:t>
            </a:r>
            <a:endParaRPr b="1" sz="2200" u="sng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Use </a:t>
            </a:r>
            <a:r>
              <a:rPr b="1" lang="en" sz="22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DAOStarFinder</a:t>
            </a:r>
            <a:endParaRPr b="1" sz="2200" u="sng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lphaL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Use </a:t>
            </a:r>
            <a:r>
              <a:rPr b="1" lang="en" sz="2200" u="sng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daofind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Darker Grotesque"/>
              <a:buAutoNum type="arabicParenR"/>
            </a:pPr>
            <a:r>
              <a:rPr b="1"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You should find about 23 stars!</a:t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55"/>
          <p:cNvSpPr txBox="1"/>
          <p:nvPr>
            <p:ph idx="1" type="subTitle"/>
          </p:nvPr>
        </p:nvSpPr>
        <p:spPr>
          <a:xfrm>
            <a:off x="5042000" y="3089775"/>
            <a:ext cx="3714900" cy="47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Show us what you know!</a:t>
            </a:r>
            <a:endParaRPr sz="22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10" name="Google Shape;710;p55"/>
          <p:cNvSpPr txBox="1"/>
          <p:nvPr>
            <p:ph type="title"/>
          </p:nvPr>
        </p:nvSpPr>
        <p:spPr>
          <a:xfrm>
            <a:off x="5042000" y="2403975"/>
            <a:ext cx="3848400" cy="84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Darker Grotesque"/>
                <a:ea typeface="Darker Grotesque"/>
                <a:cs typeface="Darker Grotesque"/>
                <a:sym typeface="Darker Grotesque"/>
              </a:rPr>
              <a:t>Lecture Engagement</a:t>
            </a:r>
            <a:endParaRPr b="1"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11" name="Google Shape;711;p55"/>
          <p:cNvSpPr txBox="1"/>
          <p:nvPr>
            <p:ph idx="2" type="title"/>
          </p:nvPr>
        </p:nvSpPr>
        <p:spPr>
          <a:xfrm>
            <a:off x="5571943" y="1271050"/>
            <a:ext cx="1524000" cy="1525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05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712" name="Google Shape;712;p55"/>
          <p:cNvSpPr/>
          <p:nvPr/>
        </p:nvSpPr>
        <p:spPr>
          <a:xfrm>
            <a:off x="6868264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3" name="Google Shape;713;p55"/>
          <p:cNvSpPr/>
          <p:nvPr/>
        </p:nvSpPr>
        <p:spPr>
          <a:xfrm>
            <a:off x="5122048" y="1801392"/>
            <a:ext cx="449849" cy="464916"/>
          </a:xfrm>
          <a:custGeom>
            <a:rect b="b" l="l" r="r" t="t"/>
            <a:pathLst>
              <a:path extrusionOk="0" h="97212" w="97212">
                <a:moveTo>
                  <a:pt x="48589" y="1"/>
                </a:moveTo>
                <a:cubicBezTo>
                  <a:pt x="46795" y="17781"/>
                  <a:pt x="45133" y="28516"/>
                  <a:pt x="40447" y="35263"/>
                </a:cubicBezTo>
                <a:cubicBezTo>
                  <a:pt x="36592" y="33302"/>
                  <a:pt x="32238" y="30045"/>
                  <a:pt x="26721" y="25525"/>
                </a:cubicBezTo>
                <a:cubicBezTo>
                  <a:pt x="26626" y="25452"/>
                  <a:pt x="26527" y="25421"/>
                  <a:pt x="26433" y="25421"/>
                </a:cubicBezTo>
                <a:cubicBezTo>
                  <a:pt x="26097" y="25421"/>
                  <a:pt x="25830" y="25819"/>
                  <a:pt x="26090" y="26156"/>
                </a:cubicBezTo>
                <a:cubicBezTo>
                  <a:pt x="30510" y="31873"/>
                  <a:pt x="33667" y="36326"/>
                  <a:pt x="35561" y="40281"/>
                </a:cubicBezTo>
                <a:cubicBezTo>
                  <a:pt x="28782" y="45067"/>
                  <a:pt x="18014" y="46762"/>
                  <a:pt x="0" y="48623"/>
                </a:cubicBezTo>
                <a:cubicBezTo>
                  <a:pt x="17781" y="50417"/>
                  <a:pt x="28516" y="52112"/>
                  <a:pt x="35262" y="56765"/>
                </a:cubicBezTo>
                <a:cubicBezTo>
                  <a:pt x="33301" y="60620"/>
                  <a:pt x="30044" y="64974"/>
                  <a:pt x="25525" y="70491"/>
                </a:cubicBezTo>
                <a:cubicBezTo>
                  <a:pt x="25262" y="70832"/>
                  <a:pt x="25538" y="71256"/>
                  <a:pt x="25879" y="71256"/>
                </a:cubicBezTo>
                <a:cubicBezTo>
                  <a:pt x="25970" y="71256"/>
                  <a:pt x="26065" y="71226"/>
                  <a:pt x="26156" y="71156"/>
                </a:cubicBezTo>
                <a:cubicBezTo>
                  <a:pt x="31872" y="66702"/>
                  <a:pt x="36326" y="63545"/>
                  <a:pt x="40281" y="61684"/>
                </a:cubicBezTo>
                <a:cubicBezTo>
                  <a:pt x="45066" y="68430"/>
                  <a:pt x="46761" y="79198"/>
                  <a:pt x="48623" y="97212"/>
                </a:cubicBezTo>
                <a:cubicBezTo>
                  <a:pt x="50417" y="79431"/>
                  <a:pt x="52112" y="68696"/>
                  <a:pt x="56765" y="61950"/>
                </a:cubicBezTo>
                <a:cubicBezTo>
                  <a:pt x="60620" y="63911"/>
                  <a:pt x="64974" y="67168"/>
                  <a:pt x="70491" y="71687"/>
                </a:cubicBezTo>
                <a:cubicBezTo>
                  <a:pt x="70585" y="71760"/>
                  <a:pt x="70686" y="71792"/>
                  <a:pt x="70783" y="71792"/>
                </a:cubicBezTo>
                <a:cubicBezTo>
                  <a:pt x="71127" y="71792"/>
                  <a:pt x="71415" y="71393"/>
                  <a:pt x="71155" y="71056"/>
                </a:cubicBezTo>
                <a:cubicBezTo>
                  <a:pt x="66702" y="65340"/>
                  <a:pt x="63545" y="60886"/>
                  <a:pt x="61684" y="56931"/>
                </a:cubicBezTo>
                <a:cubicBezTo>
                  <a:pt x="68430" y="52146"/>
                  <a:pt x="79198" y="50451"/>
                  <a:pt x="97211" y="48590"/>
                </a:cubicBezTo>
                <a:cubicBezTo>
                  <a:pt x="79431" y="46795"/>
                  <a:pt x="68696" y="45133"/>
                  <a:pt x="61950" y="40447"/>
                </a:cubicBezTo>
                <a:cubicBezTo>
                  <a:pt x="63910" y="36592"/>
                  <a:pt x="67167" y="32238"/>
                  <a:pt x="71687" y="26721"/>
                </a:cubicBezTo>
                <a:cubicBezTo>
                  <a:pt x="71947" y="26384"/>
                  <a:pt x="71679" y="25986"/>
                  <a:pt x="71344" y="25986"/>
                </a:cubicBezTo>
                <a:cubicBezTo>
                  <a:pt x="71250" y="25986"/>
                  <a:pt x="71150" y="26017"/>
                  <a:pt x="71056" y="26090"/>
                </a:cubicBezTo>
                <a:cubicBezTo>
                  <a:pt x="65339" y="30510"/>
                  <a:pt x="60886" y="33667"/>
                  <a:pt x="56931" y="35562"/>
                </a:cubicBezTo>
                <a:cubicBezTo>
                  <a:pt x="52145" y="28782"/>
                  <a:pt x="50450" y="18014"/>
                  <a:pt x="48589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14" name="Google Shape;714;p55"/>
          <p:cNvGrpSpPr/>
          <p:nvPr/>
        </p:nvGrpSpPr>
        <p:grpSpPr>
          <a:xfrm>
            <a:off x="6969647" y="3681172"/>
            <a:ext cx="1155133" cy="834406"/>
            <a:chOff x="3971622" y="425972"/>
            <a:chExt cx="1155133" cy="834406"/>
          </a:xfrm>
        </p:grpSpPr>
        <p:sp>
          <p:nvSpPr>
            <p:cNvPr id="715" name="Google Shape;715;p55"/>
            <p:cNvSpPr/>
            <p:nvPr/>
          </p:nvSpPr>
          <p:spPr>
            <a:xfrm rot="3592783">
              <a:off x="5010018" y="434304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55"/>
            <p:cNvSpPr/>
            <p:nvPr/>
          </p:nvSpPr>
          <p:spPr>
            <a:xfrm rot="3592783">
              <a:off x="5072987" y="1101527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55"/>
            <p:cNvSpPr/>
            <p:nvPr/>
          </p:nvSpPr>
          <p:spPr>
            <a:xfrm rot="3592783">
              <a:off x="4503844" y="1206610"/>
              <a:ext cx="45435" cy="45435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55"/>
            <p:cNvSpPr/>
            <p:nvPr/>
          </p:nvSpPr>
          <p:spPr>
            <a:xfrm rot="3592783">
              <a:off x="4604461" y="571440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55"/>
            <p:cNvSpPr/>
            <p:nvPr/>
          </p:nvSpPr>
          <p:spPr>
            <a:xfrm rot="3592783">
              <a:off x="3979955" y="478912"/>
              <a:ext cx="45435" cy="45435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20" name="Google Shape;720;p55"/>
            <p:cNvCxnSpPr>
              <a:stCxn id="719" idx="6"/>
              <a:endCxn id="718" idx="4"/>
            </p:cNvCxnSpPr>
            <p:nvPr/>
          </p:nvCxnSpPr>
          <p:spPr>
            <a:xfrm>
              <a:off x="4014072" y="521280"/>
              <a:ext cx="593400" cy="84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721" name="Google Shape;721;p55"/>
            <p:cNvCxnSpPr>
              <a:stCxn id="716" idx="0"/>
              <a:endCxn id="718" idx="6"/>
            </p:cNvCxnSpPr>
            <p:nvPr/>
          </p:nvCxnSpPr>
          <p:spPr>
            <a:xfrm rot="10800000">
              <a:off x="4638655" y="613945"/>
              <a:ext cx="476700" cy="498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722" name="Google Shape;722;p55"/>
            <p:cNvCxnSpPr>
              <a:stCxn id="715" idx="7"/>
              <a:endCxn id="716" idx="0"/>
            </p:cNvCxnSpPr>
            <p:nvPr/>
          </p:nvCxnSpPr>
          <p:spPr>
            <a:xfrm>
              <a:off x="5054691" y="462855"/>
              <a:ext cx="60600" cy="650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723" name="Google Shape;723;p55"/>
            <p:cNvCxnSpPr>
              <a:stCxn id="717" idx="1"/>
              <a:endCxn id="716" idx="1"/>
            </p:cNvCxnSpPr>
            <p:nvPr/>
          </p:nvCxnSpPr>
          <p:spPr>
            <a:xfrm flipH="1" rot="10800000">
              <a:off x="4532396" y="1102372"/>
              <a:ext cx="569100" cy="105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724" name="Google Shape;724;p55"/>
          <p:cNvGrpSpPr/>
          <p:nvPr/>
        </p:nvGrpSpPr>
        <p:grpSpPr>
          <a:xfrm rot="339523">
            <a:off x="4741895" y="3937120"/>
            <a:ext cx="1340964" cy="602234"/>
            <a:chOff x="5081411" y="3857169"/>
            <a:chExt cx="1341000" cy="602250"/>
          </a:xfrm>
        </p:grpSpPr>
        <p:sp>
          <p:nvSpPr>
            <p:cNvPr id="725" name="Google Shape;725;p55"/>
            <p:cNvSpPr/>
            <p:nvPr/>
          </p:nvSpPr>
          <p:spPr>
            <a:xfrm>
              <a:off x="5888183" y="4130518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55"/>
            <p:cNvSpPr/>
            <p:nvPr/>
          </p:nvSpPr>
          <p:spPr>
            <a:xfrm>
              <a:off x="6376811" y="43905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55"/>
            <p:cNvSpPr/>
            <p:nvPr/>
          </p:nvSpPr>
          <p:spPr>
            <a:xfrm>
              <a:off x="5194862" y="4271234"/>
              <a:ext cx="45600" cy="45300"/>
            </a:xfrm>
            <a:prstGeom prst="ellipse">
              <a:avLst/>
            </a:pr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28" name="Google Shape;728;p55"/>
            <p:cNvCxnSpPr>
              <a:stCxn id="729" idx="6"/>
              <a:endCxn id="727" idx="6"/>
            </p:cNvCxnSpPr>
            <p:nvPr/>
          </p:nvCxnSpPr>
          <p:spPr>
            <a:xfrm rot="-344060">
              <a:off x="5147681" y="3875190"/>
              <a:ext cx="72061" cy="42325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730" name="Google Shape;730;p55"/>
            <p:cNvCxnSpPr>
              <a:stCxn id="725" idx="7"/>
              <a:endCxn id="727" idx="0"/>
            </p:cNvCxnSpPr>
            <p:nvPr/>
          </p:nvCxnSpPr>
          <p:spPr>
            <a:xfrm flipH="1" rot="-338926">
              <a:off x="5212709" y="4172396"/>
              <a:ext cx="719293" cy="63613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731" name="Google Shape;731;p55"/>
            <p:cNvCxnSpPr>
              <a:stCxn id="732" idx="3"/>
              <a:endCxn id="725" idx="4"/>
            </p:cNvCxnSpPr>
            <p:nvPr/>
          </p:nvCxnSpPr>
          <p:spPr>
            <a:xfrm rot="-341060">
              <a:off x="5635999" y="3882186"/>
              <a:ext cx="260481" cy="30719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733" name="Google Shape;733;p55"/>
            <p:cNvCxnSpPr>
              <a:stCxn id="726" idx="6"/>
              <a:endCxn id="725" idx="5"/>
            </p:cNvCxnSpPr>
            <p:nvPr/>
          </p:nvCxnSpPr>
          <p:spPr>
            <a:xfrm rot="10460648">
              <a:off x="5940370" y="4145207"/>
              <a:ext cx="468782" cy="291825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729" name="Google Shape;729;p55"/>
            <p:cNvSpPr/>
            <p:nvPr/>
          </p:nvSpPr>
          <p:spPr>
            <a:xfrm>
              <a:off x="50814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55"/>
            <p:cNvSpPr/>
            <p:nvPr/>
          </p:nvSpPr>
          <p:spPr>
            <a:xfrm>
              <a:off x="5614811" y="38571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734" name="Google Shape;734;p55"/>
          <p:cNvGrpSpPr/>
          <p:nvPr/>
        </p:nvGrpSpPr>
        <p:grpSpPr>
          <a:xfrm>
            <a:off x="6519436" y="654744"/>
            <a:ext cx="1778596" cy="1403930"/>
            <a:chOff x="6529211" y="732969"/>
            <a:chExt cx="1778596" cy="1403930"/>
          </a:xfrm>
        </p:grpSpPr>
        <p:sp>
          <p:nvSpPr>
            <p:cNvPr id="735" name="Google Shape;735;p55"/>
            <p:cNvSpPr/>
            <p:nvPr/>
          </p:nvSpPr>
          <p:spPr>
            <a:xfrm rot="-2052942">
              <a:off x="7645107" y="839060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55"/>
            <p:cNvSpPr/>
            <p:nvPr/>
          </p:nvSpPr>
          <p:spPr>
            <a:xfrm rot="-2052942">
              <a:off x="6644530" y="1192463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55"/>
            <p:cNvSpPr/>
            <p:nvPr/>
          </p:nvSpPr>
          <p:spPr>
            <a:xfrm rot="-2052942">
              <a:off x="7439884" y="1144392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55"/>
            <p:cNvSpPr/>
            <p:nvPr/>
          </p:nvSpPr>
          <p:spPr>
            <a:xfrm rot="-2052942">
              <a:off x="8079473" y="2082725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55"/>
            <p:cNvSpPr/>
            <p:nvPr/>
          </p:nvSpPr>
          <p:spPr>
            <a:xfrm rot="-2052942">
              <a:off x="8160593" y="1394774"/>
              <a:ext cx="45349" cy="45349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40" name="Google Shape;740;p55"/>
            <p:cNvCxnSpPr>
              <a:stCxn id="736" idx="7"/>
            </p:cNvCxnSpPr>
            <p:nvPr/>
          </p:nvCxnSpPr>
          <p:spPr>
            <a:xfrm flipH="1" rot="10800000">
              <a:off x="6671447" y="1183863"/>
              <a:ext cx="759300" cy="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741" name="Google Shape;741;p55"/>
            <p:cNvCxnSpPr/>
            <p:nvPr/>
          </p:nvCxnSpPr>
          <p:spPr>
            <a:xfrm rot="-3622858">
              <a:off x="7389482" y="951908"/>
              <a:ext cx="372700" cy="31704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742" name="Google Shape;742;p55"/>
            <p:cNvCxnSpPr/>
            <p:nvPr/>
          </p:nvCxnSpPr>
          <p:spPr>
            <a:xfrm flipH="1" rot="7178878">
              <a:off x="7507678" y="1139154"/>
              <a:ext cx="483959" cy="1008888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743" name="Google Shape;743;p55"/>
            <p:cNvCxnSpPr/>
            <p:nvPr/>
          </p:nvCxnSpPr>
          <p:spPr>
            <a:xfrm flipH="1" rot="7178735">
              <a:off x="7805685" y="805447"/>
              <a:ext cx="214704" cy="708599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cxnSp>
          <p:nvCxnSpPr>
            <p:cNvPr id="744" name="Google Shape;744;p55"/>
            <p:cNvCxnSpPr>
              <a:stCxn id="745" idx="2"/>
              <a:endCxn id="736" idx="5"/>
            </p:cNvCxnSpPr>
            <p:nvPr/>
          </p:nvCxnSpPr>
          <p:spPr>
            <a:xfrm>
              <a:off x="6529211" y="755619"/>
              <a:ext cx="160200" cy="463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745" name="Google Shape;745;p55"/>
            <p:cNvSpPr/>
            <p:nvPr/>
          </p:nvSpPr>
          <p:spPr>
            <a:xfrm>
              <a:off x="6529211" y="732969"/>
              <a:ext cx="45600" cy="45300"/>
            </a:xfrm>
            <a:prstGeom prst="ellipse">
              <a:avLst/>
            </a:pr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746" name="Google Shape;746;p55"/>
          <p:cNvPicPr preferRelativeResize="0"/>
          <p:nvPr/>
        </p:nvPicPr>
        <p:blipFill rotWithShape="1">
          <a:blip r:embed="rId3">
            <a:alphaModFix/>
          </a:blip>
          <a:srcRect b="6109" l="6174" r="6853" t="6615"/>
          <a:stretch/>
        </p:blipFill>
        <p:spPr>
          <a:xfrm>
            <a:off x="1050575" y="926550"/>
            <a:ext cx="3279000" cy="32904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CFE2F3"/>
        </a:solidFill>
      </p:bgPr>
    </p:bg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p5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Syncopate"/>
                <a:ea typeface="Syncopate"/>
                <a:cs typeface="Syncopate"/>
                <a:sym typeface="Syncopate"/>
              </a:rPr>
              <a:t>Lecture Engagement</a:t>
            </a:r>
            <a:endParaRPr b="1">
              <a:latin typeface="Syncopate"/>
              <a:ea typeface="Syncopate"/>
              <a:cs typeface="Syncopate"/>
              <a:sym typeface="Syncopate"/>
            </a:endParaRPr>
          </a:p>
        </p:txBody>
      </p:sp>
      <p:sp>
        <p:nvSpPr>
          <p:cNvPr id="752" name="Google Shape;752;p56"/>
          <p:cNvSpPr/>
          <p:nvPr/>
        </p:nvSpPr>
        <p:spPr>
          <a:xfrm>
            <a:off x="1060355" y="4736860"/>
            <a:ext cx="76200" cy="75900"/>
          </a:xfrm>
          <a:prstGeom prst="ellipse">
            <a:avLst/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3" name="Google Shape;753;p56"/>
          <p:cNvSpPr/>
          <p:nvPr/>
        </p:nvSpPr>
        <p:spPr>
          <a:xfrm flipH="1" rot="10800000">
            <a:off x="209478" y="4535960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4" name="Google Shape;754;p56"/>
          <p:cNvSpPr/>
          <p:nvPr/>
        </p:nvSpPr>
        <p:spPr>
          <a:xfrm>
            <a:off x="406000" y="362052"/>
            <a:ext cx="141897" cy="169415"/>
          </a:xfrm>
          <a:custGeom>
            <a:rect b="b" l="l" r="r" t="t"/>
            <a:pathLst>
              <a:path extrusionOk="0" fill="none" h="4413" w="2796">
                <a:moveTo>
                  <a:pt x="21" y="2216"/>
                </a:moveTo>
                <a:cubicBezTo>
                  <a:pt x="1238" y="2336"/>
                  <a:pt x="1338" y="2456"/>
                  <a:pt x="1398" y="4412"/>
                </a:cubicBezTo>
                <a:cubicBezTo>
                  <a:pt x="1398" y="4412"/>
                  <a:pt x="1418" y="4412"/>
                  <a:pt x="1418" y="4412"/>
                </a:cubicBezTo>
                <a:cubicBezTo>
                  <a:pt x="1478" y="2456"/>
                  <a:pt x="1578" y="2336"/>
                  <a:pt x="2796" y="2216"/>
                </a:cubicBezTo>
                <a:cubicBezTo>
                  <a:pt x="2796" y="2216"/>
                  <a:pt x="2796" y="2196"/>
                  <a:pt x="2796" y="2196"/>
                </a:cubicBezTo>
                <a:cubicBezTo>
                  <a:pt x="1578" y="2076"/>
                  <a:pt x="1478" y="1957"/>
                  <a:pt x="1418" y="0"/>
                </a:cubicBezTo>
                <a:cubicBezTo>
                  <a:pt x="1418" y="0"/>
                  <a:pt x="1398" y="0"/>
                  <a:pt x="1398" y="0"/>
                </a:cubicBezTo>
                <a:cubicBezTo>
                  <a:pt x="1338" y="1957"/>
                  <a:pt x="1238" y="2076"/>
                  <a:pt x="21" y="2196"/>
                </a:cubicBezTo>
                <a:cubicBezTo>
                  <a:pt x="1" y="2196"/>
                  <a:pt x="1" y="2216"/>
                  <a:pt x="21" y="2216"/>
                </a:cubicBezTo>
                <a:close/>
              </a:path>
            </a:pathLst>
          </a:custGeom>
          <a:noFill/>
          <a:ln cap="rnd" cmpd="sng" w="65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5" name="Google Shape;755;p56"/>
          <p:cNvSpPr/>
          <p:nvPr/>
        </p:nvSpPr>
        <p:spPr>
          <a:xfrm flipH="1" rot="10800000">
            <a:off x="8286628" y="445035"/>
            <a:ext cx="293511" cy="385671"/>
          </a:xfrm>
          <a:custGeom>
            <a:rect b="b" l="l" r="r" t="t"/>
            <a:pathLst>
              <a:path extrusionOk="0" h="12616" w="12616">
                <a:moveTo>
                  <a:pt x="6299" y="0"/>
                </a:moveTo>
                <a:cubicBezTo>
                  <a:pt x="5765" y="5330"/>
                  <a:pt x="5313" y="5765"/>
                  <a:pt x="0" y="6316"/>
                </a:cubicBezTo>
                <a:cubicBezTo>
                  <a:pt x="5313" y="6851"/>
                  <a:pt x="5765" y="7302"/>
                  <a:pt x="6299" y="12615"/>
                </a:cubicBezTo>
                <a:cubicBezTo>
                  <a:pt x="6851" y="7302"/>
                  <a:pt x="7285" y="6851"/>
                  <a:pt x="12615" y="6316"/>
                </a:cubicBezTo>
                <a:cubicBezTo>
                  <a:pt x="7285" y="5765"/>
                  <a:pt x="6851" y="5330"/>
                  <a:pt x="6299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6" name="Google Shape;756;p56"/>
          <p:cNvSpPr txBox="1"/>
          <p:nvPr/>
        </p:nvSpPr>
        <p:spPr>
          <a:xfrm>
            <a:off x="989675" y="1102450"/>
            <a:ext cx="37479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  <p:sp>
        <p:nvSpPr>
          <p:cNvPr id="757" name="Google Shape;757;p56"/>
          <p:cNvSpPr/>
          <p:nvPr/>
        </p:nvSpPr>
        <p:spPr>
          <a:xfrm>
            <a:off x="-11" y="634877"/>
            <a:ext cx="604978" cy="706762"/>
          </a:xfrm>
          <a:custGeom>
            <a:rect b="b" l="l" r="r" t="t"/>
            <a:pathLst>
              <a:path extrusionOk="0" h="50483" w="43205">
                <a:moveTo>
                  <a:pt x="25242" y="0"/>
                </a:moveTo>
                <a:cubicBezTo>
                  <a:pt x="11286" y="0"/>
                  <a:pt x="0" y="11312"/>
                  <a:pt x="0" y="25242"/>
                </a:cubicBezTo>
                <a:cubicBezTo>
                  <a:pt x="0" y="39198"/>
                  <a:pt x="11286" y="50483"/>
                  <a:pt x="25242" y="50483"/>
                </a:cubicBezTo>
                <a:cubicBezTo>
                  <a:pt x="25713" y="50483"/>
                  <a:pt x="26211" y="50483"/>
                  <a:pt x="26682" y="50457"/>
                </a:cubicBezTo>
                <a:cubicBezTo>
                  <a:pt x="26839" y="50431"/>
                  <a:pt x="27022" y="50431"/>
                  <a:pt x="27206" y="50404"/>
                </a:cubicBezTo>
                <a:cubicBezTo>
                  <a:pt x="27913" y="50352"/>
                  <a:pt x="28620" y="50274"/>
                  <a:pt x="29300" y="50169"/>
                </a:cubicBezTo>
                <a:cubicBezTo>
                  <a:pt x="29641" y="50116"/>
                  <a:pt x="29981" y="50038"/>
                  <a:pt x="30322" y="49985"/>
                </a:cubicBezTo>
                <a:cubicBezTo>
                  <a:pt x="30348" y="49959"/>
                  <a:pt x="30348" y="49959"/>
                  <a:pt x="30374" y="49959"/>
                </a:cubicBezTo>
                <a:cubicBezTo>
                  <a:pt x="30583" y="49933"/>
                  <a:pt x="30767" y="49881"/>
                  <a:pt x="30976" y="49828"/>
                </a:cubicBezTo>
                <a:cubicBezTo>
                  <a:pt x="31186" y="49776"/>
                  <a:pt x="31395" y="49724"/>
                  <a:pt x="31605" y="49671"/>
                </a:cubicBezTo>
                <a:cubicBezTo>
                  <a:pt x="31971" y="49567"/>
                  <a:pt x="32364" y="49462"/>
                  <a:pt x="32757" y="49357"/>
                </a:cubicBezTo>
                <a:lnTo>
                  <a:pt x="32809" y="49331"/>
                </a:lnTo>
                <a:cubicBezTo>
                  <a:pt x="32992" y="49279"/>
                  <a:pt x="33202" y="49200"/>
                  <a:pt x="33385" y="49148"/>
                </a:cubicBezTo>
                <a:cubicBezTo>
                  <a:pt x="34197" y="48860"/>
                  <a:pt x="34982" y="48545"/>
                  <a:pt x="35768" y="48205"/>
                </a:cubicBezTo>
                <a:cubicBezTo>
                  <a:pt x="35925" y="48126"/>
                  <a:pt x="36108" y="48048"/>
                  <a:pt x="36265" y="47969"/>
                </a:cubicBezTo>
                <a:cubicBezTo>
                  <a:pt x="36606" y="47786"/>
                  <a:pt x="36946" y="47629"/>
                  <a:pt x="37260" y="47446"/>
                </a:cubicBezTo>
                <a:lnTo>
                  <a:pt x="37365" y="47393"/>
                </a:lnTo>
                <a:cubicBezTo>
                  <a:pt x="37889" y="47079"/>
                  <a:pt x="38439" y="46791"/>
                  <a:pt x="38936" y="46451"/>
                </a:cubicBezTo>
                <a:cubicBezTo>
                  <a:pt x="39146" y="46320"/>
                  <a:pt x="39329" y="46189"/>
                  <a:pt x="39538" y="46058"/>
                </a:cubicBezTo>
                <a:cubicBezTo>
                  <a:pt x="39669" y="45953"/>
                  <a:pt x="39800" y="45848"/>
                  <a:pt x="39957" y="45744"/>
                </a:cubicBezTo>
                <a:cubicBezTo>
                  <a:pt x="40115" y="45639"/>
                  <a:pt x="40272" y="45508"/>
                  <a:pt x="40429" y="45403"/>
                </a:cubicBezTo>
                <a:cubicBezTo>
                  <a:pt x="40612" y="45272"/>
                  <a:pt x="40769" y="45141"/>
                  <a:pt x="40926" y="45011"/>
                </a:cubicBezTo>
                <a:cubicBezTo>
                  <a:pt x="41083" y="44880"/>
                  <a:pt x="41240" y="44775"/>
                  <a:pt x="41398" y="44644"/>
                </a:cubicBezTo>
                <a:cubicBezTo>
                  <a:pt x="41555" y="44513"/>
                  <a:pt x="41712" y="44356"/>
                  <a:pt x="41869" y="44225"/>
                </a:cubicBezTo>
                <a:cubicBezTo>
                  <a:pt x="42026" y="44094"/>
                  <a:pt x="42183" y="43963"/>
                  <a:pt x="42314" y="43832"/>
                </a:cubicBezTo>
                <a:cubicBezTo>
                  <a:pt x="42628" y="43544"/>
                  <a:pt x="42916" y="43256"/>
                  <a:pt x="43204" y="42968"/>
                </a:cubicBezTo>
                <a:lnTo>
                  <a:pt x="43204" y="42968"/>
                </a:lnTo>
                <a:cubicBezTo>
                  <a:pt x="39669" y="45482"/>
                  <a:pt x="35349" y="46948"/>
                  <a:pt x="30688" y="46948"/>
                </a:cubicBezTo>
                <a:cubicBezTo>
                  <a:pt x="18722" y="46948"/>
                  <a:pt x="9008" y="37234"/>
                  <a:pt x="9008" y="25242"/>
                </a:cubicBezTo>
                <a:cubicBezTo>
                  <a:pt x="9008" y="13275"/>
                  <a:pt x="18722" y="3535"/>
                  <a:pt x="30688" y="3535"/>
                </a:cubicBezTo>
                <a:cubicBezTo>
                  <a:pt x="35349" y="3535"/>
                  <a:pt x="39669" y="5027"/>
                  <a:pt x="43204" y="7515"/>
                </a:cubicBezTo>
                <a:cubicBezTo>
                  <a:pt x="43047" y="7384"/>
                  <a:pt x="42916" y="7227"/>
                  <a:pt x="42759" y="7096"/>
                </a:cubicBezTo>
                <a:cubicBezTo>
                  <a:pt x="42628" y="6965"/>
                  <a:pt x="42523" y="6860"/>
                  <a:pt x="42393" y="6729"/>
                </a:cubicBezTo>
                <a:cubicBezTo>
                  <a:pt x="42209" y="6572"/>
                  <a:pt x="42026" y="6389"/>
                  <a:pt x="41843" y="6232"/>
                </a:cubicBezTo>
                <a:cubicBezTo>
                  <a:pt x="41686" y="6127"/>
                  <a:pt x="41555" y="5996"/>
                  <a:pt x="41398" y="5865"/>
                </a:cubicBezTo>
                <a:cubicBezTo>
                  <a:pt x="41240" y="5734"/>
                  <a:pt x="41083" y="5603"/>
                  <a:pt x="40926" y="5473"/>
                </a:cubicBezTo>
                <a:cubicBezTo>
                  <a:pt x="40769" y="5342"/>
                  <a:pt x="40612" y="5237"/>
                  <a:pt x="40455" y="5106"/>
                </a:cubicBezTo>
                <a:cubicBezTo>
                  <a:pt x="40298" y="5001"/>
                  <a:pt x="40167" y="4897"/>
                  <a:pt x="40010" y="4792"/>
                </a:cubicBezTo>
                <a:cubicBezTo>
                  <a:pt x="39827" y="4661"/>
                  <a:pt x="39643" y="4530"/>
                  <a:pt x="39460" y="4399"/>
                </a:cubicBezTo>
                <a:cubicBezTo>
                  <a:pt x="39277" y="4268"/>
                  <a:pt x="39120" y="4163"/>
                  <a:pt x="38936" y="4059"/>
                </a:cubicBezTo>
                <a:cubicBezTo>
                  <a:pt x="38596" y="3823"/>
                  <a:pt x="38255" y="3614"/>
                  <a:pt x="37889" y="3404"/>
                </a:cubicBezTo>
                <a:cubicBezTo>
                  <a:pt x="37732" y="3299"/>
                  <a:pt x="37548" y="3221"/>
                  <a:pt x="37391" y="3116"/>
                </a:cubicBezTo>
                <a:cubicBezTo>
                  <a:pt x="37208" y="3011"/>
                  <a:pt x="36999" y="2907"/>
                  <a:pt x="36815" y="2828"/>
                </a:cubicBezTo>
                <a:cubicBezTo>
                  <a:pt x="36632" y="2723"/>
                  <a:pt x="36449" y="2619"/>
                  <a:pt x="36265" y="2540"/>
                </a:cubicBezTo>
                <a:cubicBezTo>
                  <a:pt x="35899" y="2357"/>
                  <a:pt x="35532" y="2200"/>
                  <a:pt x="35139" y="2016"/>
                </a:cubicBezTo>
                <a:cubicBezTo>
                  <a:pt x="34563" y="1781"/>
                  <a:pt x="33987" y="1571"/>
                  <a:pt x="33385" y="1362"/>
                </a:cubicBezTo>
                <a:cubicBezTo>
                  <a:pt x="33307" y="1309"/>
                  <a:pt x="33202" y="1283"/>
                  <a:pt x="33097" y="1257"/>
                </a:cubicBezTo>
                <a:cubicBezTo>
                  <a:pt x="32966" y="1205"/>
                  <a:pt x="32861" y="1178"/>
                  <a:pt x="32757" y="1152"/>
                </a:cubicBezTo>
                <a:cubicBezTo>
                  <a:pt x="32547" y="1074"/>
                  <a:pt x="32338" y="1021"/>
                  <a:pt x="32154" y="969"/>
                </a:cubicBezTo>
                <a:cubicBezTo>
                  <a:pt x="31762" y="864"/>
                  <a:pt x="31369" y="759"/>
                  <a:pt x="30976" y="655"/>
                </a:cubicBezTo>
                <a:cubicBezTo>
                  <a:pt x="30871" y="629"/>
                  <a:pt x="30741" y="602"/>
                  <a:pt x="30636" y="576"/>
                </a:cubicBezTo>
                <a:cubicBezTo>
                  <a:pt x="30531" y="576"/>
                  <a:pt x="30426" y="550"/>
                  <a:pt x="30322" y="524"/>
                </a:cubicBezTo>
                <a:cubicBezTo>
                  <a:pt x="29719" y="393"/>
                  <a:pt x="29091" y="288"/>
                  <a:pt x="28462" y="210"/>
                </a:cubicBezTo>
                <a:cubicBezTo>
                  <a:pt x="28253" y="183"/>
                  <a:pt x="28017" y="157"/>
                  <a:pt x="27808" y="131"/>
                </a:cubicBezTo>
                <a:cubicBezTo>
                  <a:pt x="27625" y="105"/>
                  <a:pt x="27415" y="105"/>
                  <a:pt x="27206" y="79"/>
                </a:cubicBezTo>
                <a:cubicBezTo>
                  <a:pt x="27022" y="79"/>
                  <a:pt x="26865" y="52"/>
                  <a:pt x="26682" y="52"/>
                </a:cubicBezTo>
                <a:cubicBezTo>
                  <a:pt x="26211" y="26"/>
                  <a:pt x="25713" y="0"/>
                  <a:pt x="25242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58" name="Google Shape;758;p56"/>
          <p:cNvGrpSpPr/>
          <p:nvPr/>
        </p:nvGrpSpPr>
        <p:grpSpPr>
          <a:xfrm rot="-2230433">
            <a:off x="4747723" y="3037548"/>
            <a:ext cx="5044138" cy="1597713"/>
            <a:chOff x="4787175" y="3654236"/>
            <a:chExt cx="3126320" cy="990300"/>
          </a:xfrm>
        </p:grpSpPr>
        <p:sp>
          <p:nvSpPr>
            <p:cNvPr id="759" name="Google Shape;759;p56"/>
            <p:cNvSpPr/>
            <p:nvPr/>
          </p:nvSpPr>
          <p:spPr>
            <a:xfrm>
              <a:off x="4787175" y="3731750"/>
              <a:ext cx="860400" cy="8604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56"/>
            <p:cNvSpPr/>
            <p:nvPr/>
          </p:nvSpPr>
          <p:spPr>
            <a:xfrm>
              <a:off x="4931025" y="3884150"/>
              <a:ext cx="572700" cy="572700"/>
            </a:xfrm>
            <a:prstGeom prst="ellipse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56"/>
            <p:cNvSpPr/>
            <p:nvPr/>
          </p:nvSpPr>
          <p:spPr>
            <a:xfrm>
              <a:off x="7205325" y="3939423"/>
              <a:ext cx="354065" cy="413708"/>
            </a:xfrm>
            <a:custGeom>
              <a:rect b="b" l="l" r="r" t="t"/>
              <a:pathLst>
                <a:path extrusionOk="0" h="50483" w="43205">
                  <a:moveTo>
                    <a:pt x="25242" y="0"/>
                  </a:moveTo>
                  <a:cubicBezTo>
                    <a:pt x="11286" y="0"/>
                    <a:pt x="0" y="11312"/>
                    <a:pt x="0" y="25242"/>
                  </a:cubicBezTo>
                  <a:cubicBezTo>
                    <a:pt x="0" y="39198"/>
                    <a:pt x="11286" y="50483"/>
                    <a:pt x="25242" y="50483"/>
                  </a:cubicBezTo>
                  <a:cubicBezTo>
                    <a:pt x="25713" y="50483"/>
                    <a:pt x="26211" y="50483"/>
                    <a:pt x="26682" y="50457"/>
                  </a:cubicBezTo>
                  <a:cubicBezTo>
                    <a:pt x="26839" y="50431"/>
                    <a:pt x="27022" y="50431"/>
                    <a:pt x="27206" y="50404"/>
                  </a:cubicBezTo>
                  <a:cubicBezTo>
                    <a:pt x="27913" y="50352"/>
                    <a:pt x="28620" y="50274"/>
                    <a:pt x="29300" y="50169"/>
                  </a:cubicBezTo>
                  <a:cubicBezTo>
                    <a:pt x="29641" y="50116"/>
                    <a:pt x="29981" y="50038"/>
                    <a:pt x="30322" y="49985"/>
                  </a:cubicBezTo>
                  <a:cubicBezTo>
                    <a:pt x="30348" y="49959"/>
                    <a:pt x="30348" y="49959"/>
                    <a:pt x="30374" y="49959"/>
                  </a:cubicBezTo>
                  <a:cubicBezTo>
                    <a:pt x="30583" y="49933"/>
                    <a:pt x="30767" y="49881"/>
                    <a:pt x="30976" y="49828"/>
                  </a:cubicBezTo>
                  <a:cubicBezTo>
                    <a:pt x="31186" y="49776"/>
                    <a:pt x="31395" y="49724"/>
                    <a:pt x="31605" y="49671"/>
                  </a:cubicBezTo>
                  <a:cubicBezTo>
                    <a:pt x="31971" y="49567"/>
                    <a:pt x="32364" y="49462"/>
                    <a:pt x="32757" y="49357"/>
                  </a:cubicBezTo>
                  <a:lnTo>
                    <a:pt x="32809" y="49331"/>
                  </a:lnTo>
                  <a:cubicBezTo>
                    <a:pt x="32992" y="49279"/>
                    <a:pt x="33202" y="49200"/>
                    <a:pt x="33385" y="49148"/>
                  </a:cubicBezTo>
                  <a:cubicBezTo>
                    <a:pt x="34197" y="48860"/>
                    <a:pt x="34982" y="48545"/>
                    <a:pt x="35768" y="48205"/>
                  </a:cubicBezTo>
                  <a:cubicBezTo>
                    <a:pt x="35925" y="48126"/>
                    <a:pt x="36108" y="48048"/>
                    <a:pt x="36265" y="47969"/>
                  </a:cubicBezTo>
                  <a:cubicBezTo>
                    <a:pt x="36606" y="47786"/>
                    <a:pt x="36946" y="47629"/>
                    <a:pt x="37260" y="47446"/>
                  </a:cubicBezTo>
                  <a:lnTo>
                    <a:pt x="37365" y="47393"/>
                  </a:lnTo>
                  <a:cubicBezTo>
                    <a:pt x="37889" y="47079"/>
                    <a:pt x="38439" y="46791"/>
                    <a:pt x="38936" y="46451"/>
                  </a:cubicBezTo>
                  <a:cubicBezTo>
                    <a:pt x="39146" y="46320"/>
                    <a:pt x="39329" y="46189"/>
                    <a:pt x="39538" y="46058"/>
                  </a:cubicBezTo>
                  <a:cubicBezTo>
                    <a:pt x="39669" y="45953"/>
                    <a:pt x="39800" y="45848"/>
                    <a:pt x="39957" y="45744"/>
                  </a:cubicBezTo>
                  <a:cubicBezTo>
                    <a:pt x="40115" y="45639"/>
                    <a:pt x="40272" y="45508"/>
                    <a:pt x="40429" y="45403"/>
                  </a:cubicBezTo>
                  <a:cubicBezTo>
                    <a:pt x="40612" y="45272"/>
                    <a:pt x="40769" y="45141"/>
                    <a:pt x="40926" y="45011"/>
                  </a:cubicBezTo>
                  <a:cubicBezTo>
                    <a:pt x="41083" y="44880"/>
                    <a:pt x="41240" y="44775"/>
                    <a:pt x="41398" y="44644"/>
                  </a:cubicBezTo>
                  <a:cubicBezTo>
                    <a:pt x="41555" y="44513"/>
                    <a:pt x="41712" y="44356"/>
                    <a:pt x="41869" y="44225"/>
                  </a:cubicBezTo>
                  <a:cubicBezTo>
                    <a:pt x="42026" y="44094"/>
                    <a:pt x="42183" y="43963"/>
                    <a:pt x="42314" y="43832"/>
                  </a:cubicBezTo>
                  <a:cubicBezTo>
                    <a:pt x="42628" y="43544"/>
                    <a:pt x="42916" y="43256"/>
                    <a:pt x="43204" y="42968"/>
                  </a:cubicBezTo>
                  <a:lnTo>
                    <a:pt x="43204" y="42968"/>
                  </a:lnTo>
                  <a:cubicBezTo>
                    <a:pt x="39669" y="45482"/>
                    <a:pt x="35349" y="46948"/>
                    <a:pt x="30688" y="46948"/>
                  </a:cubicBezTo>
                  <a:cubicBezTo>
                    <a:pt x="18722" y="46948"/>
                    <a:pt x="9008" y="37234"/>
                    <a:pt x="9008" y="25242"/>
                  </a:cubicBezTo>
                  <a:cubicBezTo>
                    <a:pt x="9008" y="13275"/>
                    <a:pt x="18722" y="3535"/>
                    <a:pt x="30688" y="3535"/>
                  </a:cubicBezTo>
                  <a:cubicBezTo>
                    <a:pt x="35349" y="3535"/>
                    <a:pt x="39669" y="5027"/>
                    <a:pt x="43204" y="7515"/>
                  </a:cubicBezTo>
                  <a:cubicBezTo>
                    <a:pt x="43047" y="7384"/>
                    <a:pt x="42916" y="7227"/>
                    <a:pt x="42759" y="7096"/>
                  </a:cubicBezTo>
                  <a:cubicBezTo>
                    <a:pt x="42628" y="6965"/>
                    <a:pt x="42523" y="6860"/>
                    <a:pt x="42393" y="6729"/>
                  </a:cubicBezTo>
                  <a:cubicBezTo>
                    <a:pt x="42209" y="6572"/>
                    <a:pt x="42026" y="6389"/>
                    <a:pt x="41843" y="6232"/>
                  </a:cubicBezTo>
                  <a:cubicBezTo>
                    <a:pt x="41686" y="6127"/>
                    <a:pt x="41555" y="5996"/>
                    <a:pt x="41398" y="5865"/>
                  </a:cubicBezTo>
                  <a:cubicBezTo>
                    <a:pt x="41240" y="5734"/>
                    <a:pt x="41083" y="5603"/>
                    <a:pt x="40926" y="5473"/>
                  </a:cubicBezTo>
                  <a:cubicBezTo>
                    <a:pt x="40769" y="5342"/>
                    <a:pt x="40612" y="5237"/>
                    <a:pt x="40455" y="5106"/>
                  </a:cubicBezTo>
                  <a:cubicBezTo>
                    <a:pt x="40298" y="5001"/>
                    <a:pt x="40167" y="4897"/>
                    <a:pt x="40010" y="4792"/>
                  </a:cubicBezTo>
                  <a:cubicBezTo>
                    <a:pt x="39827" y="4661"/>
                    <a:pt x="39643" y="4530"/>
                    <a:pt x="39460" y="4399"/>
                  </a:cubicBezTo>
                  <a:cubicBezTo>
                    <a:pt x="39277" y="4268"/>
                    <a:pt x="39120" y="4163"/>
                    <a:pt x="38936" y="4059"/>
                  </a:cubicBezTo>
                  <a:cubicBezTo>
                    <a:pt x="38596" y="3823"/>
                    <a:pt x="38255" y="3614"/>
                    <a:pt x="37889" y="3404"/>
                  </a:cubicBezTo>
                  <a:cubicBezTo>
                    <a:pt x="37732" y="3299"/>
                    <a:pt x="37548" y="3221"/>
                    <a:pt x="37391" y="3116"/>
                  </a:cubicBezTo>
                  <a:cubicBezTo>
                    <a:pt x="37208" y="3011"/>
                    <a:pt x="36999" y="2907"/>
                    <a:pt x="36815" y="2828"/>
                  </a:cubicBezTo>
                  <a:cubicBezTo>
                    <a:pt x="36632" y="2723"/>
                    <a:pt x="36449" y="2619"/>
                    <a:pt x="36265" y="2540"/>
                  </a:cubicBezTo>
                  <a:cubicBezTo>
                    <a:pt x="35899" y="2357"/>
                    <a:pt x="35532" y="2200"/>
                    <a:pt x="35139" y="2016"/>
                  </a:cubicBezTo>
                  <a:cubicBezTo>
                    <a:pt x="34563" y="1781"/>
                    <a:pt x="33987" y="1571"/>
                    <a:pt x="33385" y="1362"/>
                  </a:cubicBezTo>
                  <a:cubicBezTo>
                    <a:pt x="33307" y="1309"/>
                    <a:pt x="33202" y="1283"/>
                    <a:pt x="33097" y="1257"/>
                  </a:cubicBezTo>
                  <a:cubicBezTo>
                    <a:pt x="32966" y="1205"/>
                    <a:pt x="32861" y="1178"/>
                    <a:pt x="32757" y="1152"/>
                  </a:cubicBezTo>
                  <a:cubicBezTo>
                    <a:pt x="32547" y="1074"/>
                    <a:pt x="32338" y="1021"/>
                    <a:pt x="32154" y="969"/>
                  </a:cubicBezTo>
                  <a:cubicBezTo>
                    <a:pt x="31762" y="864"/>
                    <a:pt x="31369" y="759"/>
                    <a:pt x="30976" y="655"/>
                  </a:cubicBezTo>
                  <a:cubicBezTo>
                    <a:pt x="30871" y="629"/>
                    <a:pt x="30741" y="602"/>
                    <a:pt x="30636" y="576"/>
                  </a:cubicBezTo>
                  <a:cubicBezTo>
                    <a:pt x="30531" y="576"/>
                    <a:pt x="30426" y="550"/>
                    <a:pt x="30322" y="524"/>
                  </a:cubicBezTo>
                  <a:cubicBezTo>
                    <a:pt x="29719" y="393"/>
                    <a:pt x="29091" y="288"/>
                    <a:pt x="28462" y="210"/>
                  </a:cubicBezTo>
                  <a:cubicBezTo>
                    <a:pt x="28253" y="183"/>
                    <a:pt x="28017" y="157"/>
                    <a:pt x="27808" y="131"/>
                  </a:cubicBezTo>
                  <a:cubicBezTo>
                    <a:pt x="27625" y="105"/>
                    <a:pt x="27415" y="105"/>
                    <a:pt x="27206" y="79"/>
                  </a:cubicBezTo>
                  <a:cubicBezTo>
                    <a:pt x="27022" y="79"/>
                    <a:pt x="26865" y="52"/>
                    <a:pt x="26682" y="52"/>
                  </a:cubicBezTo>
                  <a:cubicBezTo>
                    <a:pt x="26211" y="26"/>
                    <a:pt x="25713" y="0"/>
                    <a:pt x="25242" y="0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56"/>
            <p:cNvSpPr/>
            <p:nvPr/>
          </p:nvSpPr>
          <p:spPr>
            <a:xfrm>
              <a:off x="7559400" y="3953198"/>
              <a:ext cx="354095" cy="386175"/>
            </a:xfrm>
            <a:custGeom>
              <a:rect b="b" l="l" r="r" t="t"/>
              <a:pathLst>
                <a:path extrusionOk="0" h="97212" w="97212">
                  <a:moveTo>
                    <a:pt x="48589" y="1"/>
                  </a:moveTo>
                  <a:cubicBezTo>
                    <a:pt x="46795" y="17781"/>
                    <a:pt x="45133" y="28516"/>
                    <a:pt x="40447" y="35263"/>
                  </a:cubicBezTo>
                  <a:cubicBezTo>
                    <a:pt x="36592" y="33302"/>
                    <a:pt x="32238" y="30045"/>
                    <a:pt x="26721" y="25525"/>
                  </a:cubicBezTo>
                  <a:cubicBezTo>
                    <a:pt x="26626" y="25452"/>
                    <a:pt x="26527" y="25421"/>
                    <a:pt x="26433" y="25421"/>
                  </a:cubicBezTo>
                  <a:cubicBezTo>
                    <a:pt x="26097" y="25421"/>
                    <a:pt x="25830" y="25819"/>
                    <a:pt x="26090" y="26156"/>
                  </a:cubicBezTo>
                  <a:cubicBezTo>
                    <a:pt x="30510" y="31873"/>
                    <a:pt x="33667" y="36326"/>
                    <a:pt x="35561" y="40281"/>
                  </a:cubicBezTo>
                  <a:cubicBezTo>
                    <a:pt x="28782" y="45067"/>
                    <a:pt x="18014" y="46762"/>
                    <a:pt x="0" y="48623"/>
                  </a:cubicBezTo>
                  <a:cubicBezTo>
                    <a:pt x="17781" y="50417"/>
                    <a:pt x="28516" y="52112"/>
                    <a:pt x="35262" y="56765"/>
                  </a:cubicBezTo>
                  <a:cubicBezTo>
                    <a:pt x="33301" y="60620"/>
                    <a:pt x="30044" y="64974"/>
                    <a:pt x="25525" y="70491"/>
                  </a:cubicBezTo>
                  <a:cubicBezTo>
                    <a:pt x="25262" y="70832"/>
                    <a:pt x="25538" y="71256"/>
                    <a:pt x="25879" y="71256"/>
                  </a:cubicBezTo>
                  <a:cubicBezTo>
                    <a:pt x="25970" y="71256"/>
                    <a:pt x="26065" y="71226"/>
                    <a:pt x="26156" y="71156"/>
                  </a:cubicBezTo>
                  <a:cubicBezTo>
                    <a:pt x="31872" y="66702"/>
                    <a:pt x="36326" y="63545"/>
                    <a:pt x="40281" y="61684"/>
                  </a:cubicBezTo>
                  <a:cubicBezTo>
                    <a:pt x="45066" y="68430"/>
                    <a:pt x="46761" y="79198"/>
                    <a:pt x="48623" y="97212"/>
                  </a:cubicBezTo>
                  <a:cubicBezTo>
                    <a:pt x="50417" y="79431"/>
                    <a:pt x="52112" y="68696"/>
                    <a:pt x="56765" y="61950"/>
                  </a:cubicBezTo>
                  <a:cubicBezTo>
                    <a:pt x="60620" y="63911"/>
                    <a:pt x="64974" y="67168"/>
                    <a:pt x="70491" y="71687"/>
                  </a:cubicBezTo>
                  <a:cubicBezTo>
                    <a:pt x="70585" y="71760"/>
                    <a:pt x="70686" y="71792"/>
                    <a:pt x="70783" y="71792"/>
                  </a:cubicBezTo>
                  <a:cubicBezTo>
                    <a:pt x="71127" y="71792"/>
                    <a:pt x="71415" y="71393"/>
                    <a:pt x="71155" y="71056"/>
                  </a:cubicBezTo>
                  <a:cubicBezTo>
                    <a:pt x="66702" y="65340"/>
                    <a:pt x="63545" y="60886"/>
                    <a:pt x="61684" y="56931"/>
                  </a:cubicBezTo>
                  <a:cubicBezTo>
                    <a:pt x="68430" y="52146"/>
                    <a:pt x="79198" y="50451"/>
                    <a:pt x="97211" y="48590"/>
                  </a:cubicBezTo>
                  <a:cubicBezTo>
                    <a:pt x="79431" y="46795"/>
                    <a:pt x="68696" y="45133"/>
                    <a:pt x="61950" y="40447"/>
                  </a:cubicBezTo>
                  <a:cubicBezTo>
                    <a:pt x="63910" y="36592"/>
                    <a:pt x="67167" y="32238"/>
                    <a:pt x="71687" y="26721"/>
                  </a:cubicBezTo>
                  <a:cubicBezTo>
                    <a:pt x="71947" y="26384"/>
                    <a:pt x="71679" y="25986"/>
                    <a:pt x="71344" y="25986"/>
                  </a:cubicBezTo>
                  <a:cubicBezTo>
                    <a:pt x="71250" y="25986"/>
                    <a:pt x="71150" y="26017"/>
                    <a:pt x="71056" y="26090"/>
                  </a:cubicBezTo>
                  <a:cubicBezTo>
                    <a:pt x="65339" y="30510"/>
                    <a:pt x="60886" y="33667"/>
                    <a:pt x="56931" y="35562"/>
                  </a:cubicBezTo>
                  <a:cubicBezTo>
                    <a:pt x="52145" y="28782"/>
                    <a:pt x="50450" y="18014"/>
                    <a:pt x="48589" y="1"/>
                  </a:cubicBez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63" name="Google Shape;763;p56"/>
            <p:cNvCxnSpPr/>
            <p:nvPr/>
          </p:nvCxnSpPr>
          <p:spPr>
            <a:xfrm flipH="1" rot="10800000">
              <a:off x="5241275" y="4154150"/>
              <a:ext cx="2562000" cy="19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764" name="Google Shape;764;p56"/>
            <p:cNvSpPr/>
            <p:nvPr/>
          </p:nvSpPr>
          <p:spPr>
            <a:xfrm>
              <a:off x="5129325" y="4075838"/>
              <a:ext cx="176100" cy="1761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56"/>
            <p:cNvSpPr/>
            <p:nvPr/>
          </p:nvSpPr>
          <p:spPr>
            <a:xfrm>
              <a:off x="5883863" y="3851300"/>
              <a:ext cx="621300" cy="6213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dot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766" name="Google Shape;766;p56"/>
            <p:cNvCxnSpPr/>
            <p:nvPr/>
          </p:nvCxnSpPr>
          <p:spPr>
            <a:xfrm>
              <a:off x="6843803" y="3723800"/>
              <a:ext cx="0" cy="8802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dot"/>
              <a:round/>
              <a:headEnd len="med" w="med" type="none"/>
              <a:tailEnd len="med" w="med" type="none"/>
            </a:ln>
          </p:spPr>
        </p:cxnSp>
        <p:sp>
          <p:nvSpPr>
            <p:cNvPr id="767" name="Google Shape;767;p56"/>
            <p:cNvSpPr/>
            <p:nvPr/>
          </p:nvSpPr>
          <p:spPr>
            <a:xfrm>
              <a:off x="6805703" y="36542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56"/>
            <p:cNvSpPr/>
            <p:nvPr/>
          </p:nvSpPr>
          <p:spPr>
            <a:xfrm>
              <a:off x="6805703" y="4568636"/>
              <a:ext cx="76200" cy="75900"/>
            </a:xfrm>
            <a:prstGeom prst="ellipse">
              <a:avLst/>
            </a:pr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9" name="Google Shape;769;p56"/>
          <p:cNvSpPr txBox="1"/>
          <p:nvPr/>
        </p:nvSpPr>
        <p:spPr>
          <a:xfrm>
            <a:off x="989675" y="1102450"/>
            <a:ext cx="6243600" cy="32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Fill out the engagement assignment on Gradescope!</a:t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Always due before next class.</a:t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chemeClr val="dk1"/>
                </a:solidFill>
                <a:latin typeface="Darker Grotesque"/>
                <a:ea typeface="Darker Grotesque"/>
                <a:cs typeface="Darker Grotesque"/>
                <a:sym typeface="Darker Grotesque"/>
              </a:rPr>
              <a:t>Takes 1-5 minutes to complete.</a:t>
            </a:r>
            <a:endParaRPr b="1" sz="3300">
              <a:solidFill>
                <a:schemeClr val="dk1"/>
              </a:solidFill>
              <a:latin typeface="Darker Grotesque"/>
              <a:ea typeface="Darker Grotesque"/>
              <a:cs typeface="Darker Grotesque"/>
              <a:sym typeface="Darker Grotesque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